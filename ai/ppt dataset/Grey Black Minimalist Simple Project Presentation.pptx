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roxima Nova Bold" charset="1" panose="02000506030000020004"/>
      <p:regular r:id="rId16"/>
    </p:embeddedFont>
    <p:embeddedFont>
      <p:font typeface="Nunito" charset="1" panose="00000000000000000000"/>
      <p:regular r:id="rId17"/>
    </p:embeddedFont>
    <p:embeddedFont>
      <p:font typeface="Nunito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3195961" y="5935345"/>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897411" y="6636795"/>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876906" y="7616290"/>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920469" y="3178174"/>
            <a:ext cx="12447062" cy="1965326"/>
          </a:xfrm>
          <a:prstGeom prst="rect">
            <a:avLst/>
          </a:prstGeom>
        </p:spPr>
        <p:txBody>
          <a:bodyPr anchor="t" rtlCol="false" tIns="0" lIns="0" bIns="0" rIns="0">
            <a:spAutoFit/>
          </a:bodyPr>
          <a:lstStyle/>
          <a:p>
            <a:pPr algn="ctr">
              <a:lnSpc>
                <a:spcPts val="16099"/>
              </a:lnSpc>
            </a:pPr>
            <a:r>
              <a:rPr lang="en-US" b="true" sz="11499">
                <a:solidFill>
                  <a:srgbClr val="000000"/>
                </a:solidFill>
                <a:latin typeface="Proxima Nova Bold"/>
                <a:ea typeface="Proxima Nova Bold"/>
                <a:cs typeface="Proxima Nova Bold"/>
                <a:sym typeface="Proxima Nova Bold"/>
              </a:rPr>
              <a:t>PRESENTATION</a:t>
            </a:r>
          </a:p>
        </p:txBody>
      </p:sp>
      <p:grpSp>
        <p:nvGrpSpPr>
          <p:cNvPr name="Group 13" id="13"/>
          <p:cNvGrpSpPr/>
          <p:nvPr/>
        </p:nvGrpSpPr>
        <p:grpSpPr>
          <a:xfrm rot="0">
            <a:off x="5854559" y="5143500"/>
            <a:ext cx="6578882" cy="1023974"/>
            <a:chOff x="0" y="0"/>
            <a:chExt cx="1732710" cy="269689"/>
          </a:xfrm>
        </p:grpSpPr>
        <p:sp>
          <p:nvSpPr>
            <p:cNvPr name="Freeform 14" id="14"/>
            <p:cNvSpPr/>
            <p:nvPr/>
          </p:nvSpPr>
          <p:spPr>
            <a:xfrm flipH="false" flipV="false" rot="0">
              <a:off x="0" y="0"/>
              <a:ext cx="1732710" cy="269689"/>
            </a:xfrm>
            <a:custGeom>
              <a:avLst/>
              <a:gdLst/>
              <a:ahLst/>
              <a:cxnLst/>
              <a:rect r="r" b="b" t="t" l="l"/>
              <a:pathLst>
                <a:path h="269689" w="1732710">
                  <a:moveTo>
                    <a:pt x="60016" y="0"/>
                  </a:moveTo>
                  <a:lnTo>
                    <a:pt x="1672694" y="0"/>
                  </a:lnTo>
                  <a:cubicBezTo>
                    <a:pt x="1688611" y="0"/>
                    <a:pt x="1703876" y="6323"/>
                    <a:pt x="1715132" y="17578"/>
                  </a:cubicBezTo>
                  <a:cubicBezTo>
                    <a:pt x="1726387" y="28833"/>
                    <a:pt x="1732710" y="44099"/>
                    <a:pt x="1732710" y="60016"/>
                  </a:cubicBezTo>
                  <a:lnTo>
                    <a:pt x="1732710" y="209673"/>
                  </a:lnTo>
                  <a:cubicBezTo>
                    <a:pt x="1732710" y="242819"/>
                    <a:pt x="1705840" y="269689"/>
                    <a:pt x="1672694" y="269689"/>
                  </a:cubicBezTo>
                  <a:lnTo>
                    <a:pt x="60016" y="269689"/>
                  </a:lnTo>
                  <a:cubicBezTo>
                    <a:pt x="44099" y="269689"/>
                    <a:pt x="28833" y="263366"/>
                    <a:pt x="17578" y="252110"/>
                  </a:cubicBezTo>
                  <a:cubicBezTo>
                    <a:pt x="6323" y="240855"/>
                    <a:pt x="0" y="225590"/>
                    <a:pt x="0" y="209673"/>
                  </a:cubicBezTo>
                  <a:lnTo>
                    <a:pt x="0" y="60016"/>
                  </a:lnTo>
                  <a:cubicBezTo>
                    <a:pt x="0" y="44099"/>
                    <a:pt x="6323" y="28833"/>
                    <a:pt x="17578" y="17578"/>
                  </a:cubicBezTo>
                  <a:cubicBezTo>
                    <a:pt x="28833" y="6323"/>
                    <a:pt x="44099" y="0"/>
                    <a:pt x="60016" y="0"/>
                  </a:cubicBezTo>
                  <a:close/>
                </a:path>
              </a:pathLst>
            </a:custGeom>
            <a:solidFill>
              <a:srgbClr val="000000">
                <a:alpha val="0"/>
              </a:srgbClr>
            </a:solidFill>
            <a:ln w="38100" cap="rnd">
              <a:solidFill>
                <a:srgbClr val="474646"/>
              </a:solidFill>
              <a:prstDash val="solid"/>
              <a:round/>
            </a:ln>
          </p:spPr>
        </p:sp>
        <p:sp>
          <p:nvSpPr>
            <p:cNvPr name="TextBox 15" id="15"/>
            <p:cNvSpPr txBox="true"/>
            <p:nvPr/>
          </p:nvSpPr>
          <p:spPr>
            <a:xfrm>
              <a:off x="0" y="-38100"/>
              <a:ext cx="1732710" cy="30778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6245186" y="5226862"/>
            <a:ext cx="5797628" cy="771525"/>
          </a:xfrm>
          <a:prstGeom prst="rect">
            <a:avLst/>
          </a:prstGeom>
        </p:spPr>
        <p:txBody>
          <a:bodyPr anchor="t" rtlCol="false" tIns="0" lIns="0" bIns="0" rIns="0">
            <a:spAutoFit/>
          </a:bodyPr>
          <a:lstStyle/>
          <a:p>
            <a:pPr algn="ctr">
              <a:lnSpc>
                <a:spcPts val="6299"/>
              </a:lnSpc>
            </a:pPr>
            <a:r>
              <a:rPr lang="en-US" sz="4500">
                <a:solidFill>
                  <a:srgbClr val="000000"/>
                </a:solidFill>
                <a:latin typeface="Nunito"/>
                <a:ea typeface="Nunito"/>
                <a:cs typeface="Nunito"/>
                <a:sym typeface="Nunito"/>
              </a:rPr>
              <a:t>By Benjamin Shah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85116" y="1230454"/>
            <a:ext cx="10117768"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BACKGROUND</a:t>
            </a:r>
          </a:p>
        </p:txBody>
      </p:sp>
      <p:sp>
        <p:nvSpPr>
          <p:cNvPr name="TextBox 5" id="5"/>
          <p:cNvSpPr txBox="true"/>
          <p:nvPr/>
        </p:nvSpPr>
        <p:spPr>
          <a:xfrm rot="0">
            <a:off x="4157101" y="3525303"/>
            <a:ext cx="10117768" cy="4443730"/>
          </a:xfrm>
          <a:prstGeom prst="rect">
            <a:avLst/>
          </a:prstGeom>
        </p:spPr>
        <p:txBody>
          <a:bodyPr anchor="t" rtlCol="false" tIns="0" lIns="0" bIns="0" rIns="0">
            <a:spAutoFit/>
          </a:bodyPr>
          <a:lstStyle/>
          <a:p>
            <a:pPr algn="ctr">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a:p>
            <a:pPr algn="ctr">
              <a:lnSpc>
                <a:spcPts val="3919"/>
              </a:lnSpc>
            </a:pPr>
          </a:p>
          <a:p>
            <a:pPr algn="ctr">
              <a:lnSpc>
                <a:spcPts val="3919"/>
              </a:lnSpc>
            </a:pPr>
            <a:r>
              <a:rPr lang="en-US" sz="2799">
                <a:solidFill>
                  <a:srgbClr val="000000"/>
                </a:solidFill>
                <a:latin typeface="Nunito"/>
                <a:ea typeface="Nunito"/>
                <a:cs typeface="Nunito"/>
                <a:sym typeface="Nunito"/>
              </a:rPr>
              <a:t>Cras facilisis leo non nibh congue volutpat. Fusce vitae sagittis dolor. Sed magna dolor, molestie vel libero id, tempus malesuada tortor. Duis ullamcorper lacus sed est ultricies, at imperdiet orci scelerisque.</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85116" y="1230454"/>
            <a:ext cx="10117768"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PROJECT GOALS</a:t>
            </a:r>
          </a:p>
        </p:txBody>
      </p:sp>
      <p:sp>
        <p:nvSpPr>
          <p:cNvPr name="TextBox 5" id="5"/>
          <p:cNvSpPr txBox="true"/>
          <p:nvPr/>
        </p:nvSpPr>
        <p:spPr>
          <a:xfrm rot="0">
            <a:off x="3416835" y="3747770"/>
            <a:ext cx="4986899" cy="3453130"/>
          </a:xfrm>
          <a:prstGeom prst="rect">
            <a:avLst/>
          </a:prstGeom>
        </p:spPr>
        <p:txBody>
          <a:bodyPr anchor="t" rtlCol="false" tIns="0" lIns="0" bIns="0" rIns="0">
            <a:spAutoFit/>
          </a:bodyPr>
          <a:lstStyle/>
          <a:p>
            <a:pPr algn="l">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sp>
        <p:nvSpPr>
          <p:cNvPr name="Freeform 6" id="6"/>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2319137" y="9258300"/>
            <a:ext cx="3911463" cy="391146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129385" y="-2859528"/>
            <a:ext cx="3911463" cy="391146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0923951" y="3747770"/>
            <a:ext cx="4986899" cy="3453130"/>
          </a:xfrm>
          <a:prstGeom prst="rect">
            <a:avLst/>
          </a:prstGeom>
        </p:spPr>
        <p:txBody>
          <a:bodyPr anchor="t" rtlCol="false" tIns="0" lIns="0" bIns="0" rIns="0">
            <a:spAutoFit/>
          </a:bodyPr>
          <a:lstStyle/>
          <a:p>
            <a:pPr algn="l">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grpSp>
        <p:nvGrpSpPr>
          <p:cNvPr name="Group 17" id="17"/>
          <p:cNvGrpSpPr/>
          <p:nvPr/>
        </p:nvGrpSpPr>
        <p:grpSpPr>
          <a:xfrm rot="0">
            <a:off x="2377149" y="3804920"/>
            <a:ext cx="840118" cy="84011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9883808" y="3804920"/>
            <a:ext cx="840118" cy="84011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2427284" y="3955739"/>
            <a:ext cx="739848" cy="481330"/>
          </a:xfrm>
          <a:prstGeom prst="rect">
            <a:avLst/>
          </a:prstGeom>
        </p:spPr>
        <p:txBody>
          <a:bodyPr anchor="t" rtlCol="false" tIns="0" lIns="0" bIns="0" rIns="0">
            <a:spAutoFit/>
          </a:bodyPr>
          <a:lstStyle/>
          <a:p>
            <a:pPr algn="ctr">
              <a:lnSpc>
                <a:spcPts val="3919"/>
              </a:lnSpc>
            </a:pPr>
            <a:r>
              <a:rPr lang="en-US" sz="2799" b="true">
                <a:solidFill>
                  <a:srgbClr val="FFFFFF"/>
                </a:solidFill>
                <a:latin typeface="Nunito Bold"/>
                <a:ea typeface="Nunito Bold"/>
                <a:cs typeface="Nunito Bold"/>
                <a:sym typeface="Nunito Bold"/>
              </a:rPr>
              <a:t>01</a:t>
            </a:r>
          </a:p>
        </p:txBody>
      </p:sp>
      <p:sp>
        <p:nvSpPr>
          <p:cNvPr name="TextBox 24" id="24"/>
          <p:cNvSpPr txBox="true"/>
          <p:nvPr/>
        </p:nvSpPr>
        <p:spPr>
          <a:xfrm rot="0">
            <a:off x="9933943" y="3955739"/>
            <a:ext cx="739848" cy="481330"/>
          </a:xfrm>
          <a:prstGeom prst="rect">
            <a:avLst/>
          </a:prstGeom>
        </p:spPr>
        <p:txBody>
          <a:bodyPr anchor="t" rtlCol="false" tIns="0" lIns="0" bIns="0" rIns="0">
            <a:spAutoFit/>
          </a:bodyPr>
          <a:lstStyle/>
          <a:p>
            <a:pPr algn="ctr">
              <a:lnSpc>
                <a:spcPts val="3919"/>
              </a:lnSpc>
            </a:pPr>
            <a:r>
              <a:rPr lang="en-US" sz="2799" b="true">
                <a:solidFill>
                  <a:srgbClr val="FFFFFF"/>
                </a:solidFill>
                <a:latin typeface="Nunito Bold"/>
                <a:ea typeface="Nunito Bold"/>
                <a:cs typeface="Nunito Bold"/>
                <a:sym typeface="Nunito Bold"/>
              </a:rPr>
              <a:t>02</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9860189" y="3664787"/>
            <a:ext cx="5840570" cy="3891280"/>
          </a:xfrm>
          <a:custGeom>
            <a:avLst/>
            <a:gdLst/>
            <a:ahLst/>
            <a:cxnLst/>
            <a:rect r="r" b="b" t="t" l="l"/>
            <a:pathLst>
              <a:path h="3891280" w="5840570">
                <a:moveTo>
                  <a:pt x="0" y="0"/>
                </a:moveTo>
                <a:lnTo>
                  <a:pt x="5840571" y="0"/>
                </a:lnTo>
                <a:lnTo>
                  <a:pt x="5840571" y="3891280"/>
                </a:lnTo>
                <a:lnTo>
                  <a:pt x="0" y="3891280"/>
                </a:lnTo>
                <a:lnTo>
                  <a:pt x="0" y="0"/>
                </a:lnTo>
                <a:close/>
              </a:path>
            </a:pathLst>
          </a:custGeom>
          <a:blipFill>
            <a:blip r:embed="rId4"/>
            <a:stretch>
              <a:fillRect l="0" t="0" r="0" b="0"/>
            </a:stretch>
          </a:blipFill>
        </p:spPr>
      </p:sp>
      <p:sp>
        <p:nvSpPr>
          <p:cNvPr name="TextBox 15" id="15"/>
          <p:cNvSpPr txBox="true"/>
          <p:nvPr/>
        </p:nvSpPr>
        <p:spPr>
          <a:xfrm rot="0">
            <a:off x="4870599" y="1230454"/>
            <a:ext cx="854680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SUBJECT 01</a:t>
            </a:r>
          </a:p>
        </p:txBody>
      </p:sp>
      <p:sp>
        <p:nvSpPr>
          <p:cNvPr name="TextBox 16" id="16"/>
          <p:cNvSpPr txBox="true"/>
          <p:nvPr/>
        </p:nvSpPr>
        <p:spPr>
          <a:xfrm rot="0">
            <a:off x="2581281" y="3607637"/>
            <a:ext cx="5727165" cy="3948430"/>
          </a:xfrm>
          <a:prstGeom prst="rect">
            <a:avLst/>
          </a:prstGeom>
        </p:spPr>
        <p:txBody>
          <a:bodyPr anchor="t" rtlCol="false" tIns="0" lIns="0" bIns="0" rIns="0">
            <a:spAutoFit/>
          </a:bodyPr>
          <a:lstStyle/>
          <a:p>
            <a:pPr algn="l">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870599" y="1230454"/>
            <a:ext cx="854680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SUBJECT 02</a:t>
            </a:r>
          </a:p>
        </p:txBody>
      </p:sp>
      <p:sp>
        <p:nvSpPr>
          <p:cNvPr name="TextBox 15" id="15"/>
          <p:cNvSpPr txBox="true"/>
          <p:nvPr/>
        </p:nvSpPr>
        <p:spPr>
          <a:xfrm rot="0">
            <a:off x="10242519" y="3636537"/>
            <a:ext cx="5988081" cy="3948430"/>
          </a:xfrm>
          <a:prstGeom prst="rect">
            <a:avLst/>
          </a:prstGeom>
        </p:spPr>
        <p:txBody>
          <a:bodyPr anchor="t" rtlCol="false" tIns="0" lIns="0" bIns="0" rIns="0">
            <a:spAutoFit/>
          </a:bodyPr>
          <a:lstStyle/>
          <a:p>
            <a:pPr algn="l">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a:t>
            </a:r>
          </a:p>
        </p:txBody>
      </p:sp>
      <p:pic>
        <p:nvPicPr>
          <p:cNvPr name="Picture 16" id="16"/>
          <p:cNvPicPr>
            <a:picLocks noChangeAspect="true"/>
          </p:cNvPicPr>
          <p:nvPr/>
        </p:nvPicPr>
        <p:blipFill>
          <a:blip r:embed="rId4"/>
          <a:stretch>
            <a:fillRect/>
          </a:stretch>
        </p:blipFill>
        <p:spPr>
          <a:xfrm rot="0">
            <a:off x="982194" y="2589581"/>
            <a:ext cx="8640466" cy="6099491"/>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870599" y="1230454"/>
            <a:ext cx="854680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SUBJECT 03</a:t>
            </a:r>
          </a:p>
        </p:txBody>
      </p:sp>
      <p:grpSp>
        <p:nvGrpSpPr>
          <p:cNvPr name="Group 15" id="15"/>
          <p:cNvGrpSpPr/>
          <p:nvPr/>
        </p:nvGrpSpPr>
        <p:grpSpPr>
          <a:xfrm rot="0">
            <a:off x="5447048" y="3082239"/>
            <a:ext cx="10189752" cy="2757450"/>
            <a:chOff x="0" y="0"/>
            <a:chExt cx="2683721" cy="726242"/>
          </a:xfrm>
        </p:grpSpPr>
        <p:sp>
          <p:nvSpPr>
            <p:cNvPr name="Freeform 16" id="16"/>
            <p:cNvSpPr/>
            <p:nvPr/>
          </p:nvSpPr>
          <p:spPr>
            <a:xfrm flipH="false" flipV="false" rot="0">
              <a:off x="0" y="0"/>
              <a:ext cx="2683721" cy="726242"/>
            </a:xfrm>
            <a:custGeom>
              <a:avLst/>
              <a:gdLst/>
              <a:ahLst/>
              <a:cxnLst/>
              <a:rect r="r" b="b" t="t" l="l"/>
              <a:pathLst>
                <a:path h="726242" w="2683721">
                  <a:moveTo>
                    <a:pt x="38749" y="0"/>
                  </a:moveTo>
                  <a:lnTo>
                    <a:pt x="2644972" y="0"/>
                  </a:lnTo>
                  <a:cubicBezTo>
                    <a:pt x="2666373" y="0"/>
                    <a:pt x="2683721" y="17348"/>
                    <a:pt x="2683721" y="38749"/>
                  </a:cubicBezTo>
                  <a:lnTo>
                    <a:pt x="2683721" y="687494"/>
                  </a:lnTo>
                  <a:cubicBezTo>
                    <a:pt x="2683721" y="697770"/>
                    <a:pt x="2679638" y="707626"/>
                    <a:pt x="2672372" y="714893"/>
                  </a:cubicBezTo>
                  <a:cubicBezTo>
                    <a:pt x="2665105" y="722160"/>
                    <a:pt x="2655249" y="726242"/>
                    <a:pt x="2644972" y="726242"/>
                  </a:cubicBezTo>
                  <a:lnTo>
                    <a:pt x="38749" y="726242"/>
                  </a:lnTo>
                  <a:cubicBezTo>
                    <a:pt x="28472" y="726242"/>
                    <a:pt x="18616" y="722160"/>
                    <a:pt x="11349" y="714893"/>
                  </a:cubicBezTo>
                  <a:cubicBezTo>
                    <a:pt x="4082" y="707626"/>
                    <a:pt x="0" y="697770"/>
                    <a:pt x="0" y="687494"/>
                  </a:cubicBezTo>
                  <a:lnTo>
                    <a:pt x="0" y="38749"/>
                  </a:lnTo>
                  <a:cubicBezTo>
                    <a:pt x="0" y="28472"/>
                    <a:pt x="4082" y="18616"/>
                    <a:pt x="11349" y="11349"/>
                  </a:cubicBezTo>
                  <a:cubicBezTo>
                    <a:pt x="18616" y="4082"/>
                    <a:pt x="28472" y="0"/>
                    <a:pt x="38749" y="0"/>
                  </a:cubicBezTo>
                  <a:close/>
                </a:path>
              </a:pathLst>
            </a:custGeom>
            <a:solidFill>
              <a:srgbClr val="000000">
                <a:alpha val="0"/>
              </a:srgbClr>
            </a:solidFill>
            <a:ln w="38100" cap="rnd">
              <a:solidFill>
                <a:srgbClr val="000000"/>
              </a:solidFill>
              <a:prstDash val="solid"/>
              <a:round/>
            </a:ln>
          </p:spPr>
        </p:sp>
        <p:sp>
          <p:nvSpPr>
            <p:cNvPr name="TextBox 17" id="17"/>
            <p:cNvSpPr txBox="true"/>
            <p:nvPr/>
          </p:nvSpPr>
          <p:spPr>
            <a:xfrm>
              <a:off x="0" y="-38100"/>
              <a:ext cx="2683721" cy="76434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5899875" y="3432788"/>
            <a:ext cx="9212114" cy="1967230"/>
          </a:xfrm>
          <a:prstGeom prst="rect">
            <a:avLst/>
          </a:prstGeom>
        </p:spPr>
        <p:txBody>
          <a:bodyPr anchor="t" rtlCol="false" tIns="0" lIns="0" bIns="0" rIns="0">
            <a:spAutoFit/>
          </a:bodyPr>
          <a:lstStyle/>
          <a:p>
            <a:pPr algn="just">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grpSp>
        <p:nvGrpSpPr>
          <p:cNvPr name="Group 19" id="19"/>
          <p:cNvGrpSpPr/>
          <p:nvPr/>
        </p:nvGrpSpPr>
        <p:grpSpPr>
          <a:xfrm rot="0">
            <a:off x="2651199" y="3066253"/>
            <a:ext cx="2550037" cy="2757450"/>
            <a:chOff x="0" y="0"/>
            <a:chExt cx="671615" cy="726242"/>
          </a:xfrm>
        </p:grpSpPr>
        <p:sp>
          <p:nvSpPr>
            <p:cNvPr name="Freeform 20" id="20"/>
            <p:cNvSpPr/>
            <p:nvPr/>
          </p:nvSpPr>
          <p:spPr>
            <a:xfrm flipH="false" flipV="false" rot="0">
              <a:off x="0" y="0"/>
              <a:ext cx="671615" cy="726242"/>
            </a:xfrm>
            <a:custGeom>
              <a:avLst/>
              <a:gdLst/>
              <a:ahLst/>
              <a:cxnLst/>
              <a:rect r="r" b="b" t="t" l="l"/>
              <a:pathLst>
                <a:path h="726242" w="671615">
                  <a:moveTo>
                    <a:pt x="154836" y="0"/>
                  </a:moveTo>
                  <a:lnTo>
                    <a:pt x="516779" y="0"/>
                  </a:lnTo>
                  <a:cubicBezTo>
                    <a:pt x="602292" y="0"/>
                    <a:pt x="671615" y="69322"/>
                    <a:pt x="671615" y="154836"/>
                  </a:cubicBezTo>
                  <a:lnTo>
                    <a:pt x="671615" y="571406"/>
                  </a:lnTo>
                  <a:cubicBezTo>
                    <a:pt x="671615" y="656919"/>
                    <a:pt x="602292" y="726242"/>
                    <a:pt x="516779" y="726242"/>
                  </a:cubicBezTo>
                  <a:lnTo>
                    <a:pt x="154836" y="726242"/>
                  </a:lnTo>
                  <a:cubicBezTo>
                    <a:pt x="69322" y="726242"/>
                    <a:pt x="0" y="656919"/>
                    <a:pt x="0" y="571406"/>
                  </a:cubicBezTo>
                  <a:lnTo>
                    <a:pt x="0" y="154836"/>
                  </a:lnTo>
                  <a:cubicBezTo>
                    <a:pt x="0" y="69322"/>
                    <a:pt x="69322" y="0"/>
                    <a:pt x="154836" y="0"/>
                  </a:cubicBezTo>
                  <a:close/>
                </a:path>
              </a:pathLst>
            </a:custGeom>
            <a:solidFill>
              <a:srgbClr val="000000">
                <a:alpha val="0"/>
              </a:srgbClr>
            </a:solidFill>
            <a:ln w="38100" cap="rnd">
              <a:solidFill>
                <a:srgbClr val="000000"/>
              </a:solidFill>
              <a:prstDash val="solid"/>
              <a:round/>
            </a:ln>
          </p:spPr>
        </p:sp>
        <p:sp>
          <p:nvSpPr>
            <p:cNvPr name="TextBox 21" id="21"/>
            <p:cNvSpPr txBox="true"/>
            <p:nvPr/>
          </p:nvSpPr>
          <p:spPr>
            <a:xfrm>
              <a:off x="0" y="-38100"/>
              <a:ext cx="671615" cy="764342"/>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3136227" y="3603714"/>
            <a:ext cx="157998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01</a:t>
            </a:r>
          </a:p>
        </p:txBody>
      </p:sp>
      <p:grpSp>
        <p:nvGrpSpPr>
          <p:cNvPr name="Group 23" id="23"/>
          <p:cNvGrpSpPr/>
          <p:nvPr/>
        </p:nvGrpSpPr>
        <p:grpSpPr>
          <a:xfrm rot="0">
            <a:off x="5447048" y="6208101"/>
            <a:ext cx="10189752" cy="2757450"/>
            <a:chOff x="0" y="0"/>
            <a:chExt cx="2683721" cy="726242"/>
          </a:xfrm>
        </p:grpSpPr>
        <p:sp>
          <p:nvSpPr>
            <p:cNvPr name="Freeform 24" id="24"/>
            <p:cNvSpPr/>
            <p:nvPr/>
          </p:nvSpPr>
          <p:spPr>
            <a:xfrm flipH="false" flipV="false" rot="0">
              <a:off x="0" y="0"/>
              <a:ext cx="2683721" cy="726242"/>
            </a:xfrm>
            <a:custGeom>
              <a:avLst/>
              <a:gdLst/>
              <a:ahLst/>
              <a:cxnLst/>
              <a:rect r="r" b="b" t="t" l="l"/>
              <a:pathLst>
                <a:path h="726242" w="2683721">
                  <a:moveTo>
                    <a:pt x="38749" y="0"/>
                  </a:moveTo>
                  <a:lnTo>
                    <a:pt x="2644972" y="0"/>
                  </a:lnTo>
                  <a:cubicBezTo>
                    <a:pt x="2666373" y="0"/>
                    <a:pt x="2683721" y="17348"/>
                    <a:pt x="2683721" y="38749"/>
                  </a:cubicBezTo>
                  <a:lnTo>
                    <a:pt x="2683721" y="687494"/>
                  </a:lnTo>
                  <a:cubicBezTo>
                    <a:pt x="2683721" y="697770"/>
                    <a:pt x="2679638" y="707626"/>
                    <a:pt x="2672372" y="714893"/>
                  </a:cubicBezTo>
                  <a:cubicBezTo>
                    <a:pt x="2665105" y="722160"/>
                    <a:pt x="2655249" y="726242"/>
                    <a:pt x="2644972" y="726242"/>
                  </a:cubicBezTo>
                  <a:lnTo>
                    <a:pt x="38749" y="726242"/>
                  </a:lnTo>
                  <a:cubicBezTo>
                    <a:pt x="28472" y="726242"/>
                    <a:pt x="18616" y="722160"/>
                    <a:pt x="11349" y="714893"/>
                  </a:cubicBezTo>
                  <a:cubicBezTo>
                    <a:pt x="4082" y="707626"/>
                    <a:pt x="0" y="697770"/>
                    <a:pt x="0" y="687494"/>
                  </a:cubicBezTo>
                  <a:lnTo>
                    <a:pt x="0" y="38749"/>
                  </a:lnTo>
                  <a:cubicBezTo>
                    <a:pt x="0" y="28472"/>
                    <a:pt x="4082" y="18616"/>
                    <a:pt x="11349" y="11349"/>
                  </a:cubicBezTo>
                  <a:cubicBezTo>
                    <a:pt x="18616" y="4082"/>
                    <a:pt x="28472" y="0"/>
                    <a:pt x="38749" y="0"/>
                  </a:cubicBezTo>
                  <a:close/>
                </a:path>
              </a:pathLst>
            </a:custGeom>
            <a:solidFill>
              <a:srgbClr val="000000">
                <a:alpha val="0"/>
              </a:srgbClr>
            </a:solidFill>
            <a:ln w="38100" cap="rnd">
              <a:solidFill>
                <a:srgbClr val="000000"/>
              </a:solidFill>
              <a:prstDash val="solid"/>
              <a:round/>
            </a:ln>
          </p:spPr>
        </p:sp>
        <p:sp>
          <p:nvSpPr>
            <p:cNvPr name="TextBox 25" id="25"/>
            <p:cNvSpPr txBox="true"/>
            <p:nvPr/>
          </p:nvSpPr>
          <p:spPr>
            <a:xfrm>
              <a:off x="0" y="-38100"/>
              <a:ext cx="2683721" cy="764342"/>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5899875" y="6558649"/>
            <a:ext cx="9212114" cy="1967230"/>
          </a:xfrm>
          <a:prstGeom prst="rect">
            <a:avLst/>
          </a:prstGeom>
        </p:spPr>
        <p:txBody>
          <a:bodyPr anchor="t" rtlCol="false" tIns="0" lIns="0" bIns="0" rIns="0">
            <a:spAutoFit/>
          </a:bodyPr>
          <a:lstStyle/>
          <a:p>
            <a:pPr algn="just">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grpSp>
        <p:nvGrpSpPr>
          <p:cNvPr name="Group 27" id="27"/>
          <p:cNvGrpSpPr/>
          <p:nvPr/>
        </p:nvGrpSpPr>
        <p:grpSpPr>
          <a:xfrm rot="0">
            <a:off x="2651199" y="6192114"/>
            <a:ext cx="2550037" cy="2757450"/>
            <a:chOff x="0" y="0"/>
            <a:chExt cx="671615" cy="726242"/>
          </a:xfrm>
        </p:grpSpPr>
        <p:sp>
          <p:nvSpPr>
            <p:cNvPr name="Freeform 28" id="28"/>
            <p:cNvSpPr/>
            <p:nvPr/>
          </p:nvSpPr>
          <p:spPr>
            <a:xfrm flipH="false" flipV="false" rot="0">
              <a:off x="0" y="0"/>
              <a:ext cx="671615" cy="726242"/>
            </a:xfrm>
            <a:custGeom>
              <a:avLst/>
              <a:gdLst/>
              <a:ahLst/>
              <a:cxnLst/>
              <a:rect r="r" b="b" t="t" l="l"/>
              <a:pathLst>
                <a:path h="726242" w="671615">
                  <a:moveTo>
                    <a:pt x="154836" y="0"/>
                  </a:moveTo>
                  <a:lnTo>
                    <a:pt x="516779" y="0"/>
                  </a:lnTo>
                  <a:cubicBezTo>
                    <a:pt x="602292" y="0"/>
                    <a:pt x="671615" y="69322"/>
                    <a:pt x="671615" y="154836"/>
                  </a:cubicBezTo>
                  <a:lnTo>
                    <a:pt x="671615" y="571406"/>
                  </a:lnTo>
                  <a:cubicBezTo>
                    <a:pt x="671615" y="656919"/>
                    <a:pt x="602292" y="726242"/>
                    <a:pt x="516779" y="726242"/>
                  </a:cubicBezTo>
                  <a:lnTo>
                    <a:pt x="154836" y="726242"/>
                  </a:lnTo>
                  <a:cubicBezTo>
                    <a:pt x="69322" y="726242"/>
                    <a:pt x="0" y="656919"/>
                    <a:pt x="0" y="571406"/>
                  </a:cubicBezTo>
                  <a:lnTo>
                    <a:pt x="0" y="154836"/>
                  </a:lnTo>
                  <a:cubicBezTo>
                    <a:pt x="0" y="69322"/>
                    <a:pt x="69322" y="0"/>
                    <a:pt x="154836" y="0"/>
                  </a:cubicBezTo>
                  <a:close/>
                </a:path>
              </a:pathLst>
            </a:custGeom>
            <a:solidFill>
              <a:srgbClr val="000000">
                <a:alpha val="0"/>
              </a:srgbClr>
            </a:solidFill>
            <a:ln w="38100" cap="rnd">
              <a:solidFill>
                <a:srgbClr val="000000"/>
              </a:solidFill>
              <a:prstDash val="solid"/>
              <a:round/>
            </a:ln>
          </p:spPr>
        </p:sp>
        <p:sp>
          <p:nvSpPr>
            <p:cNvPr name="TextBox 29" id="29"/>
            <p:cNvSpPr txBox="true"/>
            <p:nvPr/>
          </p:nvSpPr>
          <p:spPr>
            <a:xfrm>
              <a:off x="0" y="-38100"/>
              <a:ext cx="671615" cy="76434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3136227" y="6729576"/>
            <a:ext cx="1579982"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5968863" y="1230454"/>
            <a:ext cx="6350274"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ANALYSIS</a:t>
            </a:r>
          </a:p>
        </p:txBody>
      </p:sp>
      <p:sp>
        <p:nvSpPr>
          <p:cNvPr name="TextBox 15" id="15"/>
          <p:cNvSpPr txBox="true"/>
          <p:nvPr/>
        </p:nvSpPr>
        <p:spPr>
          <a:xfrm rot="0">
            <a:off x="4057223" y="3388360"/>
            <a:ext cx="10173554" cy="3453130"/>
          </a:xfrm>
          <a:prstGeom prst="rect">
            <a:avLst/>
          </a:prstGeom>
        </p:spPr>
        <p:txBody>
          <a:bodyPr anchor="t" rtlCol="false" tIns="0" lIns="0" bIns="0" rIns="0">
            <a:spAutoFit/>
          </a:bodyPr>
          <a:lstStyle/>
          <a:p>
            <a:pPr algn="just">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 Sed magna dolor, molestie vel libero id, tempus malesuada tortor. Duis ullamcorper lacus sed est ultricies, at imperdiet orci scelerisque.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5968863" y="1230454"/>
            <a:ext cx="6350274"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RESULT</a:t>
            </a:r>
          </a:p>
        </p:txBody>
      </p:sp>
      <p:grpSp>
        <p:nvGrpSpPr>
          <p:cNvPr name="Group 15" id="15"/>
          <p:cNvGrpSpPr/>
          <p:nvPr/>
        </p:nvGrpSpPr>
        <p:grpSpPr>
          <a:xfrm rot="0">
            <a:off x="3546186" y="3635902"/>
            <a:ext cx="5195025" cy="4803941"/>
            <a:chOff x="0" y="0"/>
            <a:chExt cx="1368237" cy="1265236"/>
          </a:xfrm>
        </p:grpSpPr>
        <p:sp>
          <p:nvSpPr>
            <p:cNvPr name="Freeform 16" id="16"/>
            <p:cNvSpPr/>
            <p:nvPr/>
          </p:nvSpPr>
          <p:spPr>
            <a:xfrm flipH="false" flipV="false" rot="0">
              <a:off x="0" y="0"/>
              <a:ext cx="1368237" cy="1265236"/>
            </a:xfrm>
            <a:custGeom>
              <a:avLst/>
              <a:gdLst/>
              <a:ahLst/>
              <a:cxnLst/>
              <a:rect r="r" b="b" t="t" l="l"/>
              <a:pathLst>
                <a:path h="1265236" w="1368237">
                  <a:moveTo>
                    <a:pt x="47688" y="0"/>
                  </a:moveTo>
                  <a:lnTo>
                    <a:pt x="1320549" y="0"/>
                  </a:lnTo>
                  <a:cubicBezTo>
                    <a:pt x="1346886" y="0"/>
                    <a:pt x="1368237" y="21351"/>
                    <a:pt x="1368237" y="47688"/>
                  </a:cubicBezTo>
                  <a:lnTo>
                    <a:pt x="1368237" y="1217547"/>
                  </a:lnTo>
                  <a:cubicBezTo>
                    <a:pt x="1368237" y="1230195"/>
                    <a:pt x="1363213" y="1242325"/>
                    <a:pt x="1354270" y="1251268"/>
                  </a:cubicBezTo>
                  <a:cubicBezTo>
                    <a:pt x="1345326" y="1260211"/>
                    <a:pt x="1333197" y="1265236"/>
                    <a:pt x="1320549" y="1265236"/>
                  </a:cubicBezTo>
                  <a:lnTo>
                    <a:pt x="47688" y="1265236"/>
                  </a:lnTo>
                  <a:cubicBezTo>
                    <a:pt x="35041" y="1265236"/>
                    <a:pt x="22911" y="1260211"/>
                    <a:pt x="13968" y="1251268"/>
                  </a:cubicBezTo>
                  <a:cubicBezTo>
                    <a:pt x="5024" y="1242325"/>
                    <a:pt x="0" y="1230195"/>
                    <a:pt x="0" y="1217547"/>
                  </a:cubicBezTo>
                  <a:lnTo>
                    <a:pt x="0" y="47688"/>
                  </a:lnTo>
                  <a:cubicBezTo>
                    <a:pt x="0" y="21351"/>
                    <a:pt x="21351" y="0"/>
                    <a:pt x="47688" y="0"/>
                  </a:cubicBezTo>
                  <a:close/>
                </a:path>
              </a:pathLst>
            </a:custGeom>
            <a:solidFill>
              <a:srgbClr val="000000">
                <a:alpha val="0"/>
              </a:srgbClr>
            </a:solidFill>
            <a:ln w="38100" cap="rnd">
              <a:solidFill>
                <a:srgbClr val="000000"/>
              </a:solidFill>
              <a:prstDash val="solid"/>
              <a:round/>
            </a:ln>
          </p:spPr>
        </p:sp>
        <p:sp>
          <p:nvSpPr>
            <p:cNvPr name="TextBox 17" id="17"/>
            <p:cNvSpPr txBox="true"/>
            <p:nvPr/>
          </p:nvSpPr>
          <p:spPr>
            <a:xfrm>
              <a:off x="0" y="-38100"/>
              <a:ext cx="1368237" cy="130333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282605" y="3660637"/>
            <a:ext cx="1050583" cy="105058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2485128" y="3591960"/>
            <a:ext cx="645538" cy="1000545"/>
          </a:xfrm>
          <a:custGeom>
            <a:avLst/>
            <a:gdLst/>
            <a:ahLst/>
            <a:cxnLst/>
            <a:rect r="r" b="b" t="t" l="l"/>
            <a:pathLst>
              <a:path h="1000545" w="645538">
                <a:moveTo>
                  <a:pt x="0" y="0"/>
                </a:moveTo>
                <a:lnTo>
                  <a:pt x="645538" y="0"/>
                </a:lnTo>
                <a:lnTo>
                  <a:pt x="645538" y="1000546"/>
                </a:lnTo>
                <a:lnTo>
                  <a:pt x="0" y="1000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3918465" y="4035083"/>
            <a:ext cx="4450467" cy="3948430"/>
          </a:xfrm>
          <a:prstGeom prst="rect">
            <a:avLst/>
          </a:prstGeom>
        </p:spPr>
        <p:txBody>
          <a:bodyPr anchor="t" rtlCol="false" tIns="0" lIns="0" bIns="0" rIns="0">
            <a:spAutoFit/>
          </a:bodyPr>
          <a:lstStyle/>
          <a:p>
            <a:pPr algn="just">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grpSp>
        <p:nvGrpSpPr>
          <p:cNvPr name="Group 23" id="23"/>
          <p:cNvGrpSpPr/>
          <p:nvPr/>
        </p:nvGrpSpPr>
        <p:grpSpPr>
          <a:xfrm rot="0">
            <a:off x="10810369" y="3635902"/>
            <a:ext cx="5195025" cy="4803941"/>
            <a:chOff x="0" y="0"/>
            <a:chExt cx="1368237" cy="1265236"/>
          </a:xfrm>
        </p:grpSpPr>
        <p:sp>
          <p:nvSpPr>
            <p:cNvPr name="Freeform 24" id="24"/>
            <p:cNvSpPr/>
            <p:nvPr/>
          </p:nvSpPr>
          <p:spPr>
            <a:xfrm flipH="false" flipV="false" rot="0">
              <a:off x="0" y="0"/>
              <a:ext cx="1368237" cy="1265236"/>
            </a:xfrm>
            <a:custGeom>
              <a:avLst/>
              <a:gdLst/>
              <a:ahLst/>
              <a:cxnLst/>
              <a:rect r="r" b="b" t="t" l="l"/>
              <a:pathLst>
                <a:path h="1265236" w="1368237">
                  <a:moveTo>
                    <a:pt x="47688" y="0"/>
                  </a:moveTo>
                  <a:lnTo>
                    <a:pt x="1320549" y="0"/>
                  </a:lnTo>
                  <a:cubicBezTo>
                    <a:pt x="1346886" y="0"/>
                    <a:pt x="1368237" y="21351"/>
                    <a:pt x="1368237" y="47688"/>
                  </a:cubicBezTo>
                  <a:lnTo>
                    <a:pt x="1368237" y="1217547"/>
                  </a:lnTo>
                  <a:cubicBezTo>
                    <a:pt x="1368237" y="1230195"/>
                    <a:pt x="1363213" y="1242325"/>
                    <a:pt x="1354270" y="1251268"/>
                  </a:cubicBezTo>
                  <a:cubicBezTo>
                    <a:pt x="1345326" y="1260211"/>
                    <a:pt x="1333197" y="1265236"/>
                    <a:pt x="1320549" y="1265236"/>
                  </a:cubicBezTo>
                  <a:lnTo>
                    <a:pt x="47688" y="1265236"/>
                  </a:lnTo>
                  <a:cubicBezTo>
                    <a:pt x="35041" y="1265236"/>
                    <a:pt x="22911" y="1260211"/>
                    <a:pt x="13968" y="1251268"/>
                  </a:cubicBezTo>
                  <a:cubicBezTo>
                    <a:pt x="5024" y="1242325"/>
                    <a:pt x="0" y="1230195"/>
                    <a:pt x="0" y="1217547"/>
                  </a:cubicBezTo>
                  <a:lnTo>
                    <a:pt x="0" y="47688"/>
                  </a:lnTo>
                  <a:cubicBezTo>
                    <a:pt x="0" y="21351"/>
                    <a:pt x="21351" y="0"/>
                    <a:pt x="47688" y="0"/>
                  </a:cubicBezTo>
                  <a:close/>
                </a:path>
              </a:pathLst>
            </a:custGeom>
            <a:solidFill>
              <a:srgbClr val="000000">
                <a:alpha val="0"/>
              </a:srgbClr>
            </a:solidFill>
            <a:ln w="38100" cap="rnd">
              <a:solidFill>
                <a:srgbClr val="000000"/>
              </a:solidFill>
              <a:prstDash val="solid"/>
              <a:round/>
            </a:ln>
          </p:spPr>
        </p:sp>
        <p:sp>
          <p:nvSpPr>
            <p:cNvPr name="TextBox 25" id="25"/>
            <p:cNvSpPr txBox="true"/>
            <p:nvPr/>
          </p:nvSpPr>
          <p:spPr>
            <a:xfrm>
              <a:off x="0" y="-38100"/>
              <a:ext cx="1368237" cy="1303336"/>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546789" y="3660637"/>
            <a:ext cx="1050583" cy="105058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29" id="29"/>
          <p:cNvSpPr/>
          <p:nvPr/>
        </p:nvSpPr>
        <p:spPr>
          <a:xfrm flipH="false" flipV="false" rot="0">
            <a:off x="9749311" y="3591960"/>
            <a:ext cx="645538" cy="1000545"/>
          </a:xfrm>
          <a:custGeom>
            <a:avLst/>
            <a:gdLst/>
            <a:ahLst/>
            <a:cxnLst/>
            <a:rect r="r" b="b" t="t" l="l"/>
            <a:pathLst>
              <a:path h="1000545" w="645538">
                <a:moveTo>
                  <a:pt x="0" y="0"/>
                </a:moveTo>
                <a:lnTo>
                  <a:pt x="645538" y="0"/>
                </a:lnTo>
                <a:lnTo>
                  <a:pt x="645538" y="1000546"/>
                </a:lnTo>
                <a:lnTo>
                  <a:pt x="0" y="1000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1182648" y="4035083"/>
            <a:ext cx="4450467" cy="3948430"/>
          </a:xfrm>
          <a:prstGeom prst="rect">
            <a:avLst/>
          </a:prstGeom>
        </p:spPr>
        <p:txBody>
          <a:bodyPr anchor="t" rtlCol="false" tIns="0" lIns="0" bIns="0" rIns="0">
            <a:spAutoFit/>
          </a:bodyPr>
          <a:lstStyle/>
          <a:p>
            <a:pPr algn="just">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364747" y="1230454"/>
            <a:ext cx="9558507" cy="1543050"/>
          </a:xfrm>
          <a:prstGeom prst="rect">
            <a:avLst/>
          </a:prstGeom>
        </p:spPr>
        <p:txBody>
          <a:bodyPr anchor="t" rtlCol="false" tIns="0" lIns="0" bIns="0" rIns="0">
            <a:spAutoFit/>
          </a:bodyPr>
          <a:lstStyle/>
          <a:p>
            <a:pPr algn="ctr">
              <a:lnSpc>
                <a:spcPts val="12599"/>
              </a:lnSpc>
            </a:pPr>
            <a:r>
              <a:rPr lang="en-US" b="true" sz="9000">
                <a:solidFill>
                  <a:srgbClr val="000000"/>
                </a:solidFill>
                <a:latin typeface="Proxima Nova Bold"/>
                <a:ea typeface="Proxima Nova Bold"/>
                <a:cs typeface="Proxima Nova Bold"/>
                <a:sym typeface="Proxima Nova Bold"/>
              </a:rPr>
              <a:t>CONCLUSION</a:t>
            </a:r>
          </a:p>
        </p:txBody>
      </p:sp>
      <p:sp>
        <p:nvSpPr>
          <p:cNvPr name="TextBox 15" id="15"/>
          <p:cNvSpPr txBox="true"/>
          <p:nvPr/>
        </p:nvSpPr>
        <p:spPr>
          <a:xfrm rot="0">
            <a:off x="4141606" y="3647628"/>
            <a:ext cx="10004788" cy="2957830"/>
          </a:xfrm>
          <a:prstGeom prst="rect">
            <a:avLst/>
          </a:prstGeom>
        </p:spPr>
        <p:txBody>
          <a:bodyPr anchor="t" rtlCol="false" tIns="0" lIns="0" bIns="0" rIns="0">
            <a:spAutoFit/>
          </a:bodyPr>
          <a:lstStyle/>
          <a:p>
            <a:pPr algn="ctr">
              <a:lnSpc>
                <a:spcPts val="3919"/>
              </a:lnSpc>
            </a:pPr>
            <a:r>
              <a:rPr lang="en-US" sz="2799">
                <a:solidFill>
                  <a:srgbClr val="000000"/>
                </a:solidFill>
                <a:latin typeface="Nunito"/>
                <a:ea typeface="Nunito"/>
                <a:cs typeface="Nunito"/>
                <a:sym typeface="Nunito"/>
              </a:rPr>
              <a:t>Lorem ipsum dolor sit amet, consectetur adipiscing elit. Praesent rutrum maximus mauris sed sodales. Ut rhoncus lacinia nisi eu tempus. Proin justo eros, mollis laoreet massa non, tincidunt pharetra leo. Cras facilisis leo non nibh congue volutpat. Fusce vitae sagittis dolor. Sed magna dolor, molestie vel libero id, tempus malesuada tortor.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013131" y="3908425"/>
            <a:ext cx="10261737" cy="2222501"/>
          </a:xfrm>
          <a:prstGeom prst="rect">
            <a:avLst/>
          </a:prstGeom>
        </p:spPr>
        <p:txBody>
          <a:bodyPr anchor="t" rtlCol="false" tIns="0" lIns="0" bIns="0" rIns="0">
            <a:spAutoFit/>
          </a:bodyPr>
          <a:lstStyle/>
          <a:p>
            <a:pPr algn="ctr">
              <a:lnSpc>
                <a:spcPts val="18199"/>
              </a:lnSpc>
            </a:pPr>
            <a:r>
              <a:rPr lang="en-US" b="true" sz="12999">
                <a:solidFill>
                  <a:srgbClr val="000000"/>
                </a:solidFill>
                <a:latin typeface="Proxima Nova Bold"/>
                <a:ea typeface="Proxima Nova Bold"/>
                <a:cs typeface="Proxima Nova Bold"/>
                <a:sym typeface="Proxima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DAG54WlSOKE</dc:identifier>
  <dcterms:modified xsi:type="dcterms:W3CDTF">2011-08-01T06:04:30Z</dcterms:modified>
  <cp:revision>1</cp:revision>
  <dc:title>Grey Black Minimalist Simple Project Presentation</dc:title>
</cp:coreProperties>
</file>