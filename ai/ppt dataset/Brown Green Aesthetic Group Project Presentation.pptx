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ibra Serif Modern" charset="1" panose="02000503080000020004"/>
      <p:regular r:id="rId18"/>
    </p:embeddedFont>
    <p:embeddedFont>
      <p:font typeface="Arimo" charset="1" panose="020B06040202020202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0">
            <a:off x="2498674" y="5282423"/>
            <a:ext cx="1185862" cy="1185862"/>
          </a:xfrm>
          <a:custGeom>
            <a:avLst/>
            <a:gdLst/>
            <a:ahLst/>
            <a:cxnLst/>
            <a:rect r="r" b="b" t="t" l="l"/>
            <a:pathLst>
              <a:path h="1185862" w="1185862">
                <a:moveTo>
                  <a:pt x="0" y="0"/>
                </a:moveTo>
                <a:lnTo>
                  <a:pt x="1185863" y="0"/>
                </a:lnTo>
                <a:lnTo>
                  <a:pt x="1185863" y="1185863"/>
                </a:lnTo>
                <a:lnTo>
                  <a:pt x="0" y="118586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732927" y="3347699"/>
            <a:ext cx="10822147" cy="3857722"/>
          </a:xfrm>
          <a:prstGeom prst="rect">
            <a:avLst/>
          </a:prstGeom>
        </p:spPr>
        <p:txBody>
          <a:bodyPr anchor="t" rtlCol="false" tIns="0" lIns="0" bIns="0" rIns="0">
            <a:spAutoFit/>
          </a:bodyPr>
          <a:lstStyle/>
          <a:p>
            <a:pPr algn="ctr">
              <a:lnSpc>
                <a:spcPts val="14215"/>
              </a:lnSpc>
            </a:pPr>
            <a:r>
              <a:rPr lang="en-US" sz="16923">
                <a:solidFill>
                  <a:srgbClr val="6E4B37"/>
                </a:solidFill>
                <a:latin typeface="Libra Serif Modern"/>
                <a:ea typeface="Libra Serif Modern"/>
                <a:cs typeface="Libra Serif Modern"/>
                <a:sym typeface="Libra Serif Modern"/>
              </a:rPr>
              <a:t>GROUP PROJECT</a:t>
            </a:r>
          </a:p>
        </p:txBody>
      </p:sp>
      <p:sp>
        <p:nvSpPr>
          <p:cNvPr name="Freeform 13" id="13"/>
          <p:cNvSpPr/>
          <p:nvPr/>
        </p:nvSpPr>
        <p:spPr>
          <a:xfrm flipH="false" flipV="false" rot="0">
            <a:off x="13962142" y="2938462"/>
            <a:ext cx="1185862" cy="1185862"/>
          </a:xfrm>
          <a:custGeom>
            <a:avLst/>
            <a:gdLst/>
            <a:ahLst/>
            <a:cxnLst/>
            <a:rect r="r" b="b" t="t" l="l"/>
            <a:pathLst>
              <a:path h="1185862" w="1185862">
                <a:moveTo>
                  <a:pt x="0" y="0"/>
                </a:moveTo>
                <a:lnTo>
                  <a:pt x="1185863" y="0"/>
                </a:lnTo>
                <a:lnTo>
                  <a:pt x="1185863" y="1185863"/>
                </a:lnTo>
                <a:lnTo>
                  <a:pt x="0" y="1185863"/>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4" id="14"/>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15" id="15"/>
          <p:cNvSpPr txBox="true"/>
          <p:nvPr/>
        </p:nvSpPr>
        <p:spPr>
          <a:xfrm rot="0">
            <a:off x="4870140" y="6995816"/>
            <a:ext cx="8547721" cy="467360"/>
          </a:xfrm>
          <a:prstGeom prst="rect">
            <a:avLst/>
          </a:prstGeom>
        </p:spPr>
        <p:txBody>
          <a:bodyPr anchor="t" rtlCol="false" tIns="0" lIns="0" bIns="0" rIns="0">
            <a:spAutoFit/>
          </a:bodyPr>
          <a:lstStyle/>
          <a:p>
            <a:pPr algn="ctr">
              <a:lnSpc>
                <a:spcPts val="3399"/>
              </a:lnSpc>
            </a:pPr>
            <a:r>
              <a:rPr lang="en-US" sz="3399">
                <a:solidFill>
                  <a:srgbClr val="6E4B37"/>
                </a:solidFill>
                <a:latin typeface="Arimo"/>
                <a:ea typeface="Arimo"/>
                <a:cs typeface="Arimo"/>
                <a:sym typeface="Arimo"/>
              </a:rPr>
              <a:t>Presented by Borcelle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4558557" y="3292475"/>
            <a:ext cx="917088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OUR TEAM</a:t>
            </a:r>
          </a:p>
        </p:txBody>
      </p:sp>
      <p:sp>
        <p:nvSpPr>
          <p:cNvPr name="TextBox 13" id="13"/>
          <p:cNvSpPr txBox="true"/>
          <p:nvPr/>
        </p:nvSpPr>
        <p:spPr>
          <a:xfrm rot="0">
            <a:off x="4870140" y="4973320"/>
            <a:ext cx="8547721" cy="467360"/>
          </a:xfrm>
          <a:prstGeom prst="rect">
            <a:avLst/>
          </a:prstGeom>
        </p:spPr>
        <p:txBody>
          <a:bodyPr anchor="t" rtlCol="false" tIns="0" lIns="0" bIns="0" rIns="0">
            <a:spAutoFit/>
          </a:bodyPr>
          <a:lstStyle/>
          <a:p>
            <a:pPr algn="ctr">
              <a:lnSpc>
                <a:spcPts val="3399"/>
              </a:lnSpc>
            </a:pPr>
            <a:r>
              <a:rPr lang="en-US" sz="3399">
                <a:solidFill>
                  <a:srgbClr val="6E4B37"/>
                </a:solidFill>
                <a:latin typeface="Arimo"/>
                <a:ea typeface="Arimo"/>
                <a:cs typeface="Arimo"/>
                <a:sym typeface="Arimo"/>
              </a:rPr>
              <a:t>Isabel Mercado</a:t>
            </a:r>
          </a:p>
        </p:txBody>
      </p:sp>
      <p:sp>
        <p:nvSpPr>
          <p:cNvPr name="TextBox 14" id="14"/>
          <p:cNvSpPr txBox="true"/>
          <p:nvPr/>
        </p:nvSpPr>
        <p:spPr>
          <a:xfrm rot="0">
            <a:off x="4870140" y="5907405"/>
            <a:ext cx="8547721" cy="467360"/>
          </a:xfrm>
          <a:prstGeom prst="rect">
            <a:avLst/>
          </a:prstGeom>
        </p:spPr>
        <p:txBody>
          <a:bodyPr anchor="t" rtlCol="false" tIns="0" lIns="0" bIns="0" rIns="0">
            <a:spAutoFit/>
          </a:bodyPr>
          <a:lstStyle/>
          <a:p>
            <a:pPr algn="ctr">
              <a:lnSpc>
                <a:spcPts val="3399"/>
              </a:lnSpc>
            </a:pPr>
            <a:r>
              <a:rPr lang="en-US" sz="3399">
                <a:solidFill>
                  <a:srgbClr val="6E4B37"/>
                </a:solidFill>
                <a:latin typeface="Arimo"/>
                <a:ea typeface="Arimo"/>
                <a:cs typeface="Arimo"/>
                <a:sym typeface="Arimo"/>
              </a:rPr>
              <a:t>Jacqueline Thompson</a:t>
            </a:r>
          </a:p>
        </p:txBody>
      </p:sp>
      <p:sp>
        <p:nvSpPr>
          <p:cNvPr name="TextBox 15" id="15"/>
          <p:cNvSpPr txBox="true"/>
          <p:nvPr/>
        </p:nvSpPr>
        <p:spPr>
          <a:xfrm rot="0">
            <a:off x="4870140" y="6841490"/>
            <a:ext cx="8547721" cy="467360"/>
          </a:xfrm>
          <a:prstGeom prst="rect">
            <a:avLst/>
          </a:prstGeom>
        </p:spPr>
        <p:txBody>
          <a:bodyPr anchor="t" rtlCol="false" tIns="0" lIns="0" bIns="0" rIns="0">
            <a:spAutoFit/>
          </a:bodyPr>
          <a:lstStyle/>
          <a:p>
            <a:pPr algn="ctr">
              <a:lnSpc>
                <a:spcPts val="3399"/>
              </a:lnSpc>
            </a:pPr>
            <a:r>
              <a:rPr lang="en-US" sz="3399">
                <a:solidFill>
                  <a:srgbClr val="6E4B37"/>
                </a:solidFill>
                <a:latin typeface="Arimo"/>
                <a:ea typeface="Arimo"/>
                <a:cs typeface="Arimo"/>
                <a:sym typeface="Arimo"/>
              </a:rPr>
              <a:t>Adeline Palmerston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614452"/>
            <a:ext cx="1059963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ABSTRACT</a:t>
            </a:r>
          </a:p>
        </p:txBody>
      </p:sp>
      <p:sp>
        <p:nvSpPr>
          <p:cNvPr name="TextBox 13" id="13"/>
          <p:cNvSpPr txBox="true"/>
          <p:nvPr/>
        </p:nvSpPr>
        <p:spPr>
          <a:xfrm rot="0">
            <a:off x="3483981" y="4074765"/>
            <a:ext cx="11320038" cy="3912108"/>
          </a:xfrm>
          <a:prstGeom prst="rect">
            <a:avLst/>
          </a:prstGeom>
        </p:spPr>
        <p:txBody>
          <a:bodyPr anchor="t" rtlCol="false" tIns="0" lIns="0" bIns="0" rIns="0">
            <a:spAutoFit/>
          </a:bodyPr>
          <a:lstStyle/>
          <a:p>
            <a:pPr algn="ctr">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614452"/>
            <a:ext cx="1059963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INTRODUCTION</a:t>
            </a:r>
          </a:p>
        </p:txBody>
      </p:sp>
      <p:sp>
        <p:nvSpPr>
          <p:cNvPr name="TextBox 13" id="13"/>
          <p:cNvSpPr txBox="true"/>
          <p:nvPr/>
        </p:nvSpPr>
        <p:spPr>
          <a:xfrm rot="0">
            <a:off x="3483981" y="4074765"/>
            <a:ext cx="11320038" cy="3912108"/>
          </a:xfrm>
          <a:prstGeom prst="rect">
            <a:avLst/>
          </a:prstGeom>
        </p:spPr>
        <p:txBody>
          <a:bodyPr anchor="t" rtlCol="false" tIns="0" lIns="0" bIns="0" rIns="0">
            <a:spAutoFit/>
          </a:bodyPr>
          <a:lstStyle/>
          <a:p>
            <a:pPr algn="ctr">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614452"/>
            <a:ext cx="1059963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OBJECTIVES</a:t>
            </a:r>
          </a:p>
        </p:txBody>
      </p:sp>
      <p:sp>
        <p:nvSpPr>
          <p:cNvPr name="TextBox 13" id="13"/>
          <p:cNvSpPr txBox="true"/>
          <p:nvPr/>
        </p:nvSpPr>
        <p:spPr>
          <a:xfrm rot="0">
            <a:off x="3209178" y="4074765"/>
            <a:ext cx="5660019" cy="3912108"/>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a:t>
            </a:r>
          </a:p>
        </p:txBody>
      </p:sp>
      <p:sp>
        <p:nvSpPr>
          <p:cNvPr name="TextBox 14" id="14"/>
          <p:cNvSpPr txBox="true"/>
          <p:nvPr/>
        </p:nvSpPr>
        <p:spPr>
          <a:xfrm rot="0">
            <a:off x="9418803" y="4074765"/>
            <a:ext cx="5660019" cy="3912108"/>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852862"/>
            <a:ext cx="1059963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GOALS</a:t>
            </a:r>
          </a:p>
        </p:txBody>
      </p:sp>
      <p:sp>
        <p:nvSpPr>
          <p:cNvPr name="TextBox 13" id="13"/>
          <p:cNvSpPr txBox="true"/>
          <p:nvPr/>
        </p:nvSpPr>
        <p:spPr>
          <a:xfrm rot="0">
            <a:off x="4330249" y="4313175"/>
            <a:ext cx="4391559" cy="1483233"/>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a:t>
            </a:r>
          </a:p>
        </p:txBody>
      </p:sp>
      <p:sp>
        <p:nvSpPr>
          <p:cNvPr name="TextBox 14" id="14"/>
          <p:cNvSpPr txBox="true"/>
          <p:nvPr/>
        </p:nvSpPr>
        <p:spPr>
          <a:xfrm rot="0">
            <a:off x="2929274" y="4748285"/>
            <a:ext cx="1177455" cy="822563"/>
          </a:xfrm>
          <a:prstGeom prst="rect">
            <a:avLst/>
          </a:prstGeom>
        </p:spPr>
        <p:txBody>
          <a:bodyPr anchor="t" rtlCol="false" tIns="0" lIns="0" bIns="0" rIns="0">
            <a:spAutoFit/>
          </a:bodyPr>
          <a:lstStyle/>
          <a:p>
            <a:pPr algn="ctr">
              <a:lnSpc>
                <a:spcPts val="5691"/>
              </a:lnSpc>
            </a:pPr>
            <a:r>
              <a:rPr lang="en-US" sz="6776">
                <a:solidFill>
                  <a:srgbClr val="6E4B37"/>
                </a:solidFill>
                <a:latin typeface="Libra Serif Modern"/>
                <a:ea typeface="Libra Serif Modern"/>
                <a:cs typeface="Libra Serif Modern"/>
                <a:sym typeface="Libra Serif Modern"/>
              </a:rPr>
              <a:t>1.</a:t>
            </a:r>
          </a:p>
        </p:txBody>
      </p:sp>
      <p:sp>
        <p:nvSpPr>
          <p:cNvPr name="TextBox 15" id="15"/>
          <p:cNvSpPr txBox="true"/>
          <p:nvPr/>
        </p:nvSpPr>
        <p:spPr>
          <a:xfrm rot="0">
            <a:off x="10967167" y="4313175"/>
            <a:ext cx="4391559" cy="1483233"/>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a:t>
            </a:r>
          </a:p>
        </p:txBody>
      </p:sp>
      <p:sp>
        <p:nvSpPr>
          <p:cNvPr name="TextBox 16" id="16"/>
          <p:cNvSpPr txBox="true"/>
          <p:nvPr/>
        </p:nvSpPr>
        <p:spPr>
          <a:xfrm rot="0">
            <a:off x="9566192" y="4748285"/>
            <a:ext cx="1177455" cy="822563"/>
          </a:xfrm>
          <a:prstGeom prst="rect">
            <a:avLst/>
          </a:prstGeom>
        </p:spPr>
        <p:txBody>
          <a:bodyPr anchor="t" rtlCol="false" tIns="0" lIns="0" bIns="0" rIns="0">
            <a:spAutoFit/>
          </a:bodyPr>
          <a:lstStyle/>
          <a:p>
            <a:pPr algn="ctr">
              <a:lnSpc>
                <a:spcPts val="5691"/>
              </a:lnSpc>
            </a:pPr>
            <a:r>
              <a:rPr lang="en-US" sz="6776">
                <a:solidFill>
                  <a:srgbClr val="6E4B37"/>
                </a:solidFill>
                <a:latin typeface="Libra Serif Modern"/>
                <a:ea typeface="Libra Serif Modern"/>
                <a:cs typeface="Libra Serif Modern"/>
                <a:sym typeface="Libra Serif Modern"/>
              </a:rPr>
              <a:t>2.</a:t>
            </a:r>
          </a:p>
        </p:txBody>
      </p:sp>
      <p:sp>
        <p:nvSpPr>
          <p:cNvPr name="TextBox 17" id="17"/>
          <p:cNvSpPr txBox="true"/>
          <p:nvPr/>
        </p:nvSpPr>
        <p:spPr>
          <a:xfrm rot="0">
            <a:off x="4330249" y="6265230"/>
            <a:ext cx="4391559" cy="1483233"/>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a:t>
            </a:r>
          </a:p>
        </p:txBody>
      </p:sp>
      <p:sp>
        <p:nvSpPr>
          <p:cNvPr name="TextBox 18" id="18"/>
          <p:cNvSpPr txBox="true"/>
          <p:nvPr/>
        </p:nvSpPr>
        <p:spPr>
          <a:xfrm rot="0">
            <a:off x="2929274" y="6700340"/>
            <a:ext cx="1177455" cy="822563"/>
          </a:xfrm>
          <a:prstGeom prst="rect">
            <a:avLst/>
          </a:prstGeom>
        </p:spPr>
        <p:txBody>
          <a:bodyPr anchor="t" rtlCol="false" tIns="0" lIns="0" bIns="0" rIns="0">
            <a:spAutoFit/>
          </a:bodyPr>
          <a:lstStyle/>
          <a:p>
            <a:pPr algn="ctr">
              <a:lnSpc>
                <a:spcPts val="5691"/>
              </a:lnSpc>
            </a:pPr>
            <a:r>
              <a:rPr lang="en-US" sz="6776">
                <a:solidFill>
                  <a:srgbClr val="6E4B37"/>
                </a:solidFill>
                <a:latin typeface="Libra Serif Modern"/>
                <a:ea typeface="Libra Serif Modern"/>
                <a:cs typeface="Libra Serif Modern"/>
                <a:sym typeface="Libra Serif Modern"/>
              </a:rPr>
              <a:t>3.</a:t>
            </a:r>
          </a:p>
        </p:txBody>
      </p:sp>
      <p:sp>
        <p:nvSpPr>
          <p:cNvPr name="TextBox 19" id="19"/>
          <p:cNvSpPr txBox="true"/>
          <p:nvPr/>
        </p:nvSpPr>
        <p:spPr>
          <a:xfrm rot="0">
            <a:off x="10967167" y="6265230"/>
            <a:ext cx="4391559" cy="1483233"/>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a:t>
            </a:r>
          </a:p>
        </p:txBody>
      </p:sp>
      <p:sp>
        <p:nvSpPr>
          <p:cNvPr name="TextBox 20" id="20"/>
          <p:cNvSpPr txBox="true"/>
          <p:nvPr/>
        </p:nvSpPr>
        <p:spPr>
          <a:xfrm rot="0">
            <a:off x="9566192" y="6700340"/>
            <a:ext cx="1177455" cy="822563"/>
          </a:xfrm>
          <a:prstGeom prst="rect">
            <a:avLst/>
          </a:prstGeom>
        </p:spPr>
        <p:txBody>
          <a:bodyPr anchor="t" rtlCol="false" tIns="0" lIns="0" bIns="0" rIns="0">
            <a:spAutoFit/>
          </a:bodyPr>
          <a:lstStyle/>
          <a:p>
            <a:pPr algn="ctr">
              <a:lnSpc>
                <a:spcPts val="5691"/>
              </a:lnSpc>
            </a:pPr>
            <a:r>
              <a:rPr lang="en-US" sz="6776">
                <a:solidFill>
                  <a:srgbClr val="6E4B37"/>
                </a:solidFill>
                <a:latin typeface="Libra Serif Modern"/>
                <a:ea typeface="Libra Serif Modern"/>
                <a:cs typeface="Libra Serif Modern"/>
                <a:sym typeface="Libra Serif Modern"/>
              </a:rPr>
              <a:t>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614452"/>
            <a:ext cx="1059963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METHODOLOGY</a:t>
            </a:r>
          </a:p>
        </p:txBody>
      </p:sp>
      <p:sp>
        <p:nvSpPr>
          <p:cNvPr name="TextBox 13" id="13"/>
          <p:cNvSpPr txBox="true"/>
          <p:nvPr/>
        </p:nvSpPr>
        <p:spPr>
          <a:xfrm rot="0">
            <a:off x="3483981" y="4074765"/>
            <a:ext cx="11320038" cy="3912108"/>
          </a:xfrm>
          <a:prstGeom prst="rect">
            <a:avLst/>
          </a:prstGeom>
        </p:spPr>
        <p:txBody>
          <a:bodyPr anchor="t" rtlCol="false" tIns="0" lIns="0" bIns="0" rIns="0">
            <a:spAutoFit/>
          </a:bodyPr>
          <a:lstStyle/>
          <a:p>
            <a:pPr algn="ctr">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209178" y="2614452"/>
            <a:ext cx="5934822" cy="1210658"/>
          </a:xfrm>
          <a:prstGeom prst="rect">
            <a:avLst/>
          </a:prstGeom>
        </p:spPr>
        <p:txBody>
          <a:bodyPr anchor="t" rtlCol="false" tIns="0" lIns="0" bIns="0" rIns="0">
            <a:spAutoFit/>
          </a:bodyPr>
          <a:lstStyle/>
          <a:p>
            <a:pPr algn="l">
              <a:lnSpc>
                <a:spcPts val="8418"/>
              </a:lnSpc>
            </a:pPr>
            <a:r>
              <a:rPr lang="en-US" sz="10021">
                <a:solidFill>
                  <a:srgbClr val="6E4B37"/>
                </a:solidFill>
                <a:latin typeface="Libra Serif Modern"/>
                <a:ea typeface="Libra Serif Modern"/>
                <a:cs typeface="Libra Serif Modern"/>
                <a:sym typeface="Libra Serif Modern"/>
              </a:rPr>
              <a:t>RESULT</a:t>
            </a:r>
          </a:p>
        </p:txBody>
      </p:sp>
      <p:sp>
        <p:nvSpPr>
          <p:cNvPr name="TextBox 13" id="13"/>
          <p:cNvSpPr txBox="true"/>
          <p:nvPr/>
        </p:nvSpPr>
        <p:spPr>
          <a:xfrm rot="0">
            <a:off x="3209178" y="4074765"/>
            <a:ext cx="5660019" cy="3912108"/>
          </a:xfrm>
          <a:prstGeom prst="rect">
            <a:avLst/>
          </a:prstGeom>
        </p:spPr>
        <p:txBody>
          <a:bodyPr anchor="t" rtlCol="false" tIns="0" lIns="0" bIns="0" rIns="0">
            <a:spAutoFit/>
          </a:bodyPr>
          <a:lstStyle/>
          <a:p>
            <a:pPr algn="l">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a:t>
            </a:r>
          </a:p>
        </p:txBody>
      </p:sp>
      <p:pic>
        <p:nvPicPr>
          <p:cNvPr name="Picture 14" id="14"/>
          <p:cNvPicPr>
            <a:picLocks noChangeAspect="true"/>
          </p:cNvPicPr>
          <p:nvPr/>
        </p:nvPicPr>
        <p:blipFill>
          <a:blip r:embed="rId22"/>
          <a:stretch>
            <a:fillRect/>
          </a:stretch>
        </p:blipFill>
        <p:spPr>
          <a:xfrm rot="0">
            <a:off x="9363248" y="2025659"/>
            <a:ext cx="6752579" cy="6517453"/>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3844182" y="2614452"/>
            <a:ext cx="10599637"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CONCLUSION</a:t>
            </a:r>
          </a:p>
        </p:txBody>
      </p:sp>
      <p:sp>
        <p:nvSpPr>
          <p:cNvPr name="TextBox 13" id="13"/>
          <p:cNvSpPr txBox="true"/>
          <p:nvPr/>
        </p:nvSpPr>
        <p:spPr>
          <a:xfrm rot="0">
            <a:off x="3483981" y="4074765"/>
            <a:ext cx="11320038" cy="3912108"/>
          </a:xfrm>
          <a:prstGeom prst="rect">
            <a:avLst/>
          </a:prstGeom>
        </p:spPr>
        <p:txBody>
          <a:bodyPr anchor="t" rtlCol="false" tIns="0" lIns="0" bIns="0" rIns="0">
            <a:spAutoFit/>
          </a:bodyPr>
          <a:lstStyle/>
          <a:p>
            <a:pPr algn="ctr">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1" id="11"/>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12" id="12"/>
          <p:cNvSpPr txBox="true"/>
          <p:nvPr/>
        </p:nvSpPr>
        <p:spPr>
          <a:xfrm rot="0">
            <a:off x="2724994" y="2614452"/>
            <a:ext cx="12838012" cy="1212108"/>
          </a:xfrm>
          <a:prstGeom prst="rect">
            <a:avLst/>
          </a:prstGeom>
        </p:spPr>
        <p:txBody>
          <a:bodyPr anchor="t" rtlCol="false" tIns="0" lIns="0" bIns="0" rIns="0">
            <a:spAutoFit/>
          </a:bodyPr>
          <a:lstStyle/>
          <a:p>
            <a:pPr algn="ctr">
              <a:lnSpc>
                <a:spcPts val="8418"/>
              </a:lnSpc>
            </a:pPr>
            <a:r>
              <a:rPr lang="en-US" sz="10021">
                <a:solidFill>
                  <a:srgbClr val="6E4B37"/>
                </a:solidFill>
                <a:latin typeface="Libra Serif Modern"/>
                <a:ea typeface="Libra Serif Modern"/>
                <a:cs typeface="Libra Serif Modern"/>
                <a:sym typeface="Libra Serif Modern"/>
              </a:rPr>
              <a:t>RECOMMENDATION</a:t>
            </a:r>
          </a:p>
        </p:txBody>
      </p:sp>
      <p:sp>
        <p:nvSpPr>
          <p:cNvPr name="TextBox 13" id="13"/>
          <p:cNvSpPr txBox="true"/>
          <p:nvPr/>
        </p:nvSpPr>
        <p:spPr>
          <a:xfrm rot="0">
            <a:off x="3483981" y="4074765"/>
            <a:ext cx="11320038" cy="3912108"/>
          </a:xfrm>
          <a:prstGeom prst="rect">
            <a:avLst/>
          </a:prstGeom>
        </p:spPr>
        <p:txBody>
          <a:bodyPr anchor="t" rtlCol="false" tIns="0" lIns="0" bIns="0" rIns="0">
            <a:spAutoFit/>
          </a:bodyPr>
          <a:lstStyle/>
          <a:p>
            <a:pPr algn="ctr">
              <a:lnSpc>
                <a:spcPts val="3875"/>
              </a:lnSpc>
            </a:pPr>
            <a:r>
              <a:rPr lang="en-US" sz="3399">
                <a:solidFill>
                  <a:srgbClr val="6E4B37"/>
                </a:solidFill>
                <a:latin typeface="Arimo"/>
                <a:ea typeface="Arimo"/>
                <a:cs typeface="Arimo"/>
                <a:sym typeface="Arimo"/>
              </a:rPr>
              <a:t>Lorem ipsum dolor sit amet, consectetur adipiscing elit. Duis viverra dui mauris, sed hendrerit mi cursus faucibus. Proin accumsan arcu eu tempus molestie. Nulla quis libero scelerisque, hendrerit ex eu, varius metus. Vestibulum scelerisque tellus velit, sed tempus massa venenatis eu. Duis sit amet elementum diam. Cras blandit feugiat arcu, id tempor dui finibus ac. Pellentesque faucibus feugiat nibh vel feugiat.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1" id="11"/>
          <p:cNvSpPr txBox="true"/>
          <p:nvPr/>
        </p:nvSpPr>
        <p:spPr>
          <a:xfrm rot="0">
            <a:off x="3732927" y="3476577"/>
            <a:ext cx="10822147" cy="3857722"/>
          </a:xfrm>
          <a:prstGeom prst="rect">
            <a:avLst/>
          </a:prstGeom>
        </p:spPr>
        <p:txBody>
          <a:bodyPr anchor="t" rtlCol="false" tIns="0" lIns="0" bIns="0" rIns="0">
            <a:spAutoFit/>
          </a:bodyPr>
          <a:lstStyle/>
          <a:p>
            <a:pPr algn="ctr">
              <a:lnSpc>
                <a:spcPts val="14215"/>
              </a:lnSpc>
            </a:pPr>
            <a:r>
              <a:rPr lang="en-US" sz="16923">
                <a:solidFill>
                  <a:srgbClr val="6E4B37"/>
                </a:solidFill>
                <a:latin typeface="Libra Serif Modern"/>
                <a:ea typeface="Libra Serif Modern"/>
                <a:cs typeface="Libra Serif Modern"/>
                <a:sym typeface="Libra Serif Modern"/>
              </a:rPr>
              <a:t>QNA</a:t>
            </a:r>
          </a:p>
          <a:p>
            <a:pPr algn="ctr">
              <a:lnSpc>
                <a:spcPts val="14215"/>
              </a:lnSpc>
            </a:pPr>
            <a:r>
              <a:rPr lang="en-US" sz="16923">
                <a:solidFill>
                  <a:srgbClr val="6E4B37"/>
                </a:solidFill>
                <a:latin typeface="Libra Serif Modern"/>
                <a:ea typeface="Libra Serif Modern"/>
                <a:cs typeface="Libra Serif Modern"/>
                <a:sym typeface="Libra Serif Modern"/>
              </a:rPr>
              <a:t>Sessi</a:t>
            </a:r>
            <a:r>
              <a:rPr lang="en-US" sz="16923">
                <a:solidFill>
                  <a:srgbClr val="6E4B37"/>
                </a:solidFill>
                <a:latin typeface="Libra Serif Modern"/>
                <a:ea typeface="Libra Serif Modern"/>
                <a:cs typeface="Libra Serif Modern"/>
                <a:sym typeface="Libra Serif Modern"/>
              </a:rPr>
              <a:t>ON</a:t>
            </a:r>
          </a:p>
        </p:txBody>
      </p:sp>
      <p:sp>
        <p:nvSpPr>
          <p:cNvPr name="Freeform 12" id="12"/>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CE3D0"/>
        </a:solidFill>
      </p:bgPr>
    </p:bg>
    <p:spTree>
      <p:nvGrpSpPr>
        <p:cNvPr id="1" name=""/>
        <p:cNvGrpSpPr/>
        <p:nvPr/>
      </p:nvGrpSpPr>
      <p:grpSpPr>
        <a:xfrm>
          <a:off x="0" y="0"/>
          <a:ext cx="0" cy="0"/>
          <a:chOff x="0" y="0"/>
          <a:chExt cx="0" cy="0"/>
        </a:xfrm>
      </p:grpSpPr>
      <p:sp>
        <p:nvSpPr>
          <p:cNvPr name="Freeform 2" id="2"/>
          <p:cNvSpPr/>
          <p:nvPr/>
        </p:nvSpPr>
        <p:spPr>
          <a:xfrm flipH="false" flipV="false" rot="0">
            <a:off x="-2692501" y="7281192"/>
            <a:ext cx="5385002" cy="5348958"/>
          </a:xfrm>
          <a:custGeom>
            <a:avLst/>
            <a:gdLst/>
            <a:ahLst/>
            <a:cxnLst/>
            <a:rect r="r" b="b" t="t" l="l"/>
            <a:pathLst>
              <a:path h="5348958" w="5385002">
                <a:moveTo>
                  <a:pt x="0" y="0"/>
                </a:moveTo>
                <a:lnTo>
                  <a:pt x="5385002" y="0"/>
                </a:lnTo>
                <a:lnTo>
                  <a:pt x="5385002" y="5348958"/>
                </a:lnTo>
                <a:lnTo>
                  <a:pt x="0" y="53489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5974">
            <a:off x="741672" y="7723397"/>
            <a:ext cx="2360960" cy="3069806"/>
          </a:xfrm>
          <a:custGeom>
            <a:avLst/>
            <a:gdLst/>
            <a:ahLst/>
            <a:cxnLst/>
            <a:rect r="r" b="b" t="t" l="l"/>
            <a:pathLst>
              <a:path h="3069806" w="2360960">
                <a:moveTo>
                  <a:pt x="0" y="0"/>
                </a:moveTo>
                <a:lnTo>
                  <a:pt x="2360960" y="0"/>
                </a:lnTo>
                <a:lnTo>
                  <a:pt x="2360960" y="3069806"/>
                </a:lnTo>
                <a:lnTo>
                  <a:pt x="0" y="30698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723499" y="-1028700"/>
            <a:ext cx="5891811" cy="4114800"/>
          </a:xfrm>
          <a:custGeom>
            <a:avLst/>
            <a:gdLst/>
            <a:ahLst/>
            <a:cxnLst/>
            <a:rect r="r" b="b" t="t" l="l"/>
            <a:pathLst>
              <a:path h="4114800" w="5891811">
                <a:moveTo>
                  <a:pt x="0" y="0"/>
                </a:moveTo>
                <a:lnTo>
                  <a:pt x="5891811" y="0"/>
                </a:lnTo>
                <a:lnTo>
                  <a:pt x="589181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7362" y="7135308"/>
            <a:ext cx="1534723" cy="3149619"/>
          </a:xfrm>
          <a:custGeom>
            <a:avLst/>
            <a:gdLst/>
            <a:ahLst/>
            <a:cxnLst/>
            <a:rect r="r" b="b" t="t" l="l"/>
            <a:pathLst>
              <a:path h="3149619" w="1534723">
                <a:moveTo>
                  <a:pt x="0" y="0"/>
                </a:moveTo>
                <a:lnTo>
                  <a:pt x="1534724" y="0"/>
                </a:lnTo>
                <a:lnTo>
                  <a:pt x="1534724" y="3149619"/>
                </a:lnTo>
                <a:lnTo>
                  <a:pt x="0" y="31496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true" rot="0">
            <a:off x="15669404" y="-1176338"/>
            <a:ext cx="2356658" cy="4114800"/>
          </a:xfrm>
          <a:custGeom>
            <a:avLst/>
            <a:gdLst/>
            <a:ahLst/>
            <a:cxnLst/>
            <a:rect r="r" b="b" t="t" l="l"/>
            <a:pathLst>
              <a:path h="4114800" w="2356658">
                <a:moveTo>
                  <a:pt x="0" y="4114800"/>
                </a:moveTo>
                <a:lnTo>
                  <a:pt x="2356658" y="4114800"/>
                </a:lnTo>
                <a:lnTo>
                  <a:pt x="2356658" y="0"/>
                </a:lnTo>
                <a:lnTo>
                  <a:pt x="0" y="0"/>
                </a:lnTo>
                <a:lnTo>
                  <a:pt x="0" y="411480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true" rot="0">
            <a:off x="11268750" y="-3086100"/>
            <a:ext cx="4084874" cy="4114800"/>
          </a:xfrm>
          <a:custGeom>
            <a:avLst/>
            <a:gdLst/>
            <a:ahLst/>
            <a:cxnLst/>
            <a:rect r="r" b="b" t="t" l="l"/>
            <a:pathLst>
              <a:path h="4114800" w="4084874">
                <a:moveTo>
                  <a:pt x="4084875" y="4114800"/>
                </a:moveTo>
                <a:lnTo>
                  <a:pt x="0" y="4114800"/>
                </a:lnTo>
                <a:lnTo>
                  <a:pt x="0" y="0"/>
                </a:lnTo>
                <a:lnTo>
                  <a:pt x="4084875" y="0"/>
                </a:lnTo>
                <a:lnTo>
                  <a:pt x="4084875" y="41148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7764059">
            <a:off x="18174414" y="5961170"/>
            <a:ext cx="1332113" cy="2348276"/>
          </a:xfrm>
          <a:custGeom>
            <a:avLst/>
            <a:gdLst/>
            <a:ahLst/>
            <a:cxnLst/>
            <a:rect r="r" b="b" t="t" l="l"/>
            <a:pathLst>
              <a:path h="2348276" w="1332113">
                <a:moveTo>
                  <a:pt x="0" y="0"/>
                </a:moveTo>
                <a:lnTo>
                  <a:pt x="1332113" y="0"/>
                </a:lnTo>
                <a:lnTo>
                  <a:pt x="1332113" y="2348276"/>
                </a:lnTo>
                <a:lnTo>
                  <a:pt x="0" y="2348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true" flipV="true" rot="1705823">
            <a:off x="-1776194" y="-1669347"/>
            <a:ext cx="4544424" cy="5000495"/>
          </a:xfrm>
          <a:custGeom>
            <a:avLst/>
            <a:gdLst/>
            <a:ahLst/>
            <a:cxnLst/>
            <a:rect r="r" b="b" t="t" l="l"/>
            <a:pathLst>
              <a:path h="5000495" w="4544424">
                <a:moveTo>
                  <a:pt x="4544424" y="5000495"/>
                </a:moveTo>
                <a:lnTo>
                  <a:pt x="0" y="5000495"/>
                </a:lnTo>
                <a:lnTo>
                  <a:pt x="0" y="0"/>
                </a:lnTo>
                <a:lnTo>
                  <a:pt x="4544424" y="0"/>
                </a:lnTo>
                <a:lnTo>
                  <a:pt x="4544424" y="500049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0" id="10"/>
          <p:cNvSpPr/>
          <p:nvPr/>
        </p:nvSpPr>
        <p:spPr>
          <a:xfrm flipH="false" flipV="false" rot="-4649661">
            <a:off x="-1781036" y="-1337789"/>
            <a:ext cx="3059392" cy="2675578"/>
          </a:xfrm>
          <a:custGeom>
            <a:avLst/>
            <a:gdLst/>
            <a:ahLst/>
            <a:cxnLst/>
            <a:rect r="r" b="b" t="t" l="l"/>
            <a:pathLst>
              <a:path h="2675578" w="3059392">
                <a:moveTo>
                  <a:pt x="0" y="0"/>
                </a:moveTo>
                <a:lnTo>
                  <a:pt x="3059392" y="0"/>
                </a:lnTo>
                <a:lnTo>
                  <a:pt x="3059392" y="2675578"/>
                </a:lnTo>
                <a:lnTo>
                  <a:pt x="0" y="267557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1" id="11"/>
          <p:cNvSpPr txBox="true"/>
          <p:nvPr/>
        </p:nvSpPr>
        <p:spPr>
          <a:xfrm rot="0">
            <a:off x="3732927" y="3476577"/>
            <a:ext cx="10822147" cy="3857722"/>
          </a:xfrm>
          <a:prstGeom prst="rect">
            <a:avLst/>
          </a:prstGeom>
        </p:spPr>
        <p:txBody>
          <a:bodyPr anchor="t" rtlCol="false" tIns="0" lIns="0" bIns="0" rIns="0">
            <a:spAutoFit/>
          </a:bodyPr>
          <a:lstStyle/>
          <a:p>
            <a:pPr algn="ctr">
              <a:lnSpc>
                <a:spcPts val="14215"/>
              </a:lnSpc>
            </a:pPr>
            <a:r>
              <a:rPr lang="en-US" sz="16923">
                <a:solidFill>
                  <a:srgbClr val="6E4B37"/>
                </a:solidFill>
                <a:latin typeface="Libra Serif Modern"/>
                <a:ea typeface="Libra Serif Modern"/>
                <a:cs typeface="Libra Serif Modern"/>
                <a:sym typeface="Libra Serif Modern"/>
              </a:rPr>
              <a:t>THANK</a:t>
            </a:r>
          </a:p>
          <a:p>
            <a:pPr algn="ctr">
              <a:lnSpc>
                <a:spcPts val="14215"/>
              </a:lnSpc>
            </a:pPr>
            <a:r>
              <a:rPr lang="en-US" sz="16923">
                <a:solidFill>
                  <a:srgbClr val="6E4B37"/>
                </a:solidFill>
                <a:latin typeface="Libra Serif Modern"/>
                <a:ea typeface="Libra Serif Modern"/>
                <a:cs typeface="Libra Serif Modern"/>
                <a:sym typeface="Libra Serif Modern"/>
              </a:rPr>
              <a:t>YOU</a:t>
            </a:r>
          </a:p>
        </p:txBody>
      </p:sp>
      <p:sp>
        <p:nvSpPr>
          <p:cNvPr name="Freeform 12" id="12"/>
          <p:cNvSpPr/>
          <p:nvPr/>
        </p:nvSpPr>
        <p:spPr>
          <a:xfrm flipH="false" flipV="false" rot="1923989">
            <a:off x="15580204" y="8278508"/>
            <a:ext cx="4049570" cy="3799676"/>
          </a:xfrm>
          <a:custGeom>
            <a:avLst/>
            <a:gdLst/>
            <a:ahLst/>
            <a:cxnLst/>
            <a:rect r="r" b="b" t="t" l="l"/>
            <a:pathLst>
              <a:path h="3799676" w="4049570">
                <a:moveTo>
                  <a:pt x="0" y="0"/>
                </a:moveTo>
                <a:lnTo>
                  <a:pt x="4049570" y="0"/>
                </a:lnTo>
                <a:lnTo>
                  <a:pt x="4049570" y="3799676"/>
                </a:lnTo>
                <a:lnTo>
                  <a:pt x="0" y="379967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DAG54TrYmbQ</dc:identifier>
  <dcterms:modified xsi:type="dcterms:W3CDTF">2011-08-01T06:04:30Z</dcterms:modified>
  <cp:revision>1</cp:revision>
  <dc:title>Brown Green Aesthetic Group Project Presentation</dc:title>
</cp:coreProperties>
</file>