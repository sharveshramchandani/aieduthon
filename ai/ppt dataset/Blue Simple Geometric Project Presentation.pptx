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Futura Bold" charset="1" panose="020B0702020204020203"/>
      <p:regular r:id="rId18"/>
    </p:embeddedFont>
    <p:embeddedFont>
      <p:font typeface="Varela Round"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jpeg" Type="http://schemas.openxmlformats.org/officeDocument/2006/relationships/image"/><Relationship Id="rId12" Target="../media/image11.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327384" y="3323071"/>
            <a:ext cx="11633233" cy="3186184"/>
          </a:xfrm>
          <a:prstGeom prst="rect">
            <a:avLst/>
          </a:prstGeom>
        </p:spPr>
        <p:txBody>
          <a:bodyPr anchor="t" rtlCol="false" tIns="0" lIns="0" bIns="0" rIns="0">
            <a:spAutoFit/>
          </a:bodyPr>
          <a:lstStyle/>
          <a:p>
            <a:pPr algn="ctr">
              <a:lnSpc>
                <a:spcPts val="11106"/>
              </a:lnSpc>
            </a:pPr>
            <a:r>
              <a:rPr lang="en-US" b="true" sz="12479">
                <a:solidFill>
                  <a:srgbClr val="034697"/>
                </a:solidFill>
                <a:latin typeface="Futura Bold"/>
                <a:ea typeface="Futura Bold"/>
                <a:cs typeface="Futura Bold"/>
                <a:sym typeface="Futura Bold"/>
              </a:rPr>
              <a:t>PROJECT PRESENTATION</a:t>
            </a:r>
          </a:p>
        </p:txBody>
      </p:sp>
      <p:sp>
        <p:nvSpPr>
          <p:cNvPr name="TextBox 11" id="11"/>
          <p:cNvSpPr txBox="true"/>
          <p:nvPr/>
        </p:nvSpPr>
        <p:spPr>
          <a:xfrm rot="0">
            <a:off x="5646158" y="6584199"/>
            <a:ext cx="6995684" cy="494030"/>
          </a:xfrm>
          <a:prstGeom prst="rect">
            <a:avLst/>
          </a:prstGeom>
        </p:spPr>
        <p:txBody>
          <a:bodyPr anchor="t" rtlCol="false" tIns="0" lIns="0" bIns="0" rIns="0">
            <a:spAutoFit/>
          </a:bodyPr>
          <a:lstStyle/>
          <a:p>
            <a:pPr algn="ctr">
              <a:lnSpc>
                <a:spcPts val="3699"/>
              </a:lnSpc>
            </a:pPr>
            <a:r>
              <a:rPr lang="en-US" sz="3699">
                <a:solidFill>
                  <a:srgbClr val="034697"/>
                </a:solidFill>
                <a:latin typeface="Varela Round"/>
                <a:ea typeface="Varela Round"/>
                <a:cs typeface="Varela Round"/>
                <a:sym typeface="Varela Round"/>
              </a:rPr>
              <a:t>Presented by Borcelle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5199594" y="2692713"/>
            <a:ext cx="7888813"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OUR TEAM</a:t>
            </a:r>
          </a:p>
        </p:txBody>
      </p:sp>
      <p:grpSp>
        <p:nvGrpSpPr>
          <p:cNvPr name="Group 11" id="11"/>
          <p:cNvGrpSpPr/>
          <p:nvPr/>
        </p:nvGrpSpPr>
        <p:grpSpPr>
          <a:xfrm rot="0">
            <a:off x="3559417" y="4233222"/>
            <a:ext cx="2805589" cy="280558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24906" t="0" r="-24906" b="0"/>
              </a:stretch>
            </a:blipFill>
          </p:spPr>
        </p:sp>
      </p:grpSp>
      <p:sp>
        <p:nvSpPr>
          <p:cNvPr name="TextBox 13" id="13"/>
          <p:cNvSpPr txBox="true"/>
          <p:nvPr/>
        </p:nvSpPr>
        <p:spPr>
          <a:xfrm rot="0">
            <a:off x="3000275" y="7246307"/>
            <a:ext cx="3923871" cy="424180"/>
          </a:xfrm>
          <a:prstGeom prst="rect">
            <a:avLst/>
          </a:prstGeom>
        </p:spPr>
        <p:txBody>
          <a:bodyPr anchor="t" rtlCol="false" tIns="0" lIns="0" bIns="0" rIns="0">
            <a:spAutoFit/>
          </a:bodyPr>
          <a:lstStyle/>
          <a:p>
            <a:pPr algn="ctr">
              <a:lnSpc>
                <a:spcPts val="3200"/>
              </a:lnSpc>
            </a:pPr>
            <a:r>
              <a:rPr lang="en-US" sz="3200">
                <a:solidFill>
                  <a:srgbClr val="034697"/>
                </a:solidFill>
                <a:latin typeface="Varela Round"/>
                <a:ea typeface="Varela Round"/>
                <a:cs typeface="Varela Round"/>
                <a:sym typeface="Varela Round"/>
              </a:rPr>
              <a:t>Hannah Morales</a:t>
            </a:r>
          </a:p>
        </p:txBody>
      </p:sp>
      <p:grpSp>
        <p:nvGrpSpPr>
          <p:cNvPr name="Group 14" id="14"/>
          <p:cNvGrpSpPr/>
          <p:nvPr/>
        </p:nvGrpSpPr>
        <p:grpSpPr>
          <a:xfrm rot="0">
            <a:off x="7741948" y="4233222"/>
            <a:ext cx="2805589" cy="280558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25046" t="0" r="-25046" b="0"/>
              </a:stretch>
            </a:blipFill>
          </p:spPr>
        </p:sp>
      </p:grpSp>
      <p:sp>
        <p:nvSpPr>
          <p:cNvPr name="TextBox 16" id="16"/>
          <p:cNvSpPr txBox="true"/>
          <p:nvPr/>
        </p:nvSpPr>
        <p:spPr>
          <a:xfrm rot="0">
            <a:off x="7182807" y="7246307"/>
            <a:ext cx="3923871" cy="424180"/>
          </a:xfrm>
          <a:prstGeom prst="rect">
            <a:avLst/>
          </a:prstGeom>
        </p:spPr>
        <p:txBody>
          <a:bodyPr anchor="t" rtlCol="false" tIns="0" lIns="0" bIns="0" rIns="0">
            <a:spAutoFit/>
          </a:bodyPr>
          <a:lstStyle/>
          <a:p>
            <a:pPr algn="ctr">
              <a:lnSpc>
                <a:spcPts val="3200"/>
              </a:lnSpc>
            </a:pPr>
            <a:r>
              <a:rPr lang="en-US" sz="3200">
                <a:solidFill>
                  <a:srgbClr val="034697"/>
                </a:solidFill>
                <a:latin typeface="Varela Round"/>
                <a:ea typeface="Varela Round"/>
                <a:cs typeface="Varela Round"/>
                <a:sym typeface="Varela Round"/>
              </a:rPr>
              <a:t>Samira Hadid</a:t>
            </a:r>
          </a:p>
        </p:txBody>
      </p:sp>
      <p:grpSp>
        <p:nvGrpSpPr>
          <p:cNvPr name="Group 17" id="17"/>
          <p:cNvGrpSpPr/>
          <p:nvPr/>
        </p:nvGrpSpPr>
        <p:grpSpPr>
          <a:xfrm rot="0">
            <a:off x="11922995" y="4233222"/>
            <a:ext cx="2805589" cy="280558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25046" t="0" r="-25046" b="0"/>
              </a:stretch>
            </a:blipFill>
          </p:spPr>
        </p:sp>
      </p:grpSp>
      <p:sp>
        <p:nvSpPr>
          <p:cNvPr name="TextBox 19" id="19"/>
          <p:cNvSpPr txBox="true"/>
          <p:nvPr/>
        </p:nvSpPr>
        <p:spPr>
          <a:xfrm rot="0">
            <a:off x="11363853" y="7246307"/>
            <a:ext cx="3923871" cy="424180"/>
          </a:xfrm>
          <a:prstGeom prst="rect">
            <a:avLst/>
          </a:prstGeom>
        </p:spPr>
        <p:txBody>
          <a:bodyPr anchor="t" rtlCol="false" tIns="0" lIns="0" bIns="0" rIns="0">
            <a:spAutoFit/>
          </a:bodyPr>
          <a:lstStyle/>
          <a:p>
            <a:pPr algn="ctr">
              <a:lnSpc>
                <a:spcPts val="3200"/>
              </a:lnSpc>
            </a:pPr>
            <a:r>
              <a:rPr lang="en-US" sz="3200">
                <a:solidFill>
                  <a:srgbClr val="034697"/>
                </a:solidFill>
                <a:latin typeface="Varela Round"/>
                <a:ea typeface="Varela Round"/>
                <a:cs typeface="Varela Round"/>
                <a:sym typeface="Varela Round"/>
              </a:rPr>
              <a:t>Juliana Silva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495387"/>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INTRODUCTION</a:t>
            </a:r>
          </a:p>
        </p:txBody>
      </p:sp>
      <p:sp>
        <p:nvSpPr>
          <p:cNvPr name="TextBox 11" id="11"/>
          <p:cNvSpPr txBox="true"/>
          <p:nvPr/>
        </p:nvSpPr>
        <p:spPr>
          <a:xfrm rot="0">
            <a:off x="2842022" y="3958119"/>
            <a:ext cx="12603956" cy="3909695"/>
          </a:xfrm>
          <a:prstGeom prst="rect">
            <a:avLst/>
          </a:prstGeom>
        </p:spPr>
        <p:txBody>
          <a:bodyPr anchor="t" rtlCol="false" tIns="0" lIns="0" bIns="0" rIns="0">
            <a:spAutoFit/>
          </a:bodyPr>
          <a:lstStyle/>
          <a:p>
            <a:pPr algn="ctr">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128567"/>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BACKGROUND</a:t>
            </a:r>
          </a:p>
        </p:txBody>
      </p:sp>
      <p:sp>
        <p:nvSpPr>
          <p:cNvPr name="TextBox 11" id="11"/>
          <p:cNvSpPr txBox="true"/>
          <p:nvPr/>
        </p:nvSpPr>
        <p:spPr>
          <a:xfrm rot="0">
            <a:off x="2842022" y="3591299"/>
            <a:ext cx="12603956" cy="2223770"/>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2" id="12"/>
          <p:cNvSpPr txBox="true"/>
          <p:nvPr/>
        </p:nvSpPr>
        <p:spPr>
          <a:xfrm rot="0">
            <a:off x="2842022" y="6010863"/>
            <a:ext cx="12603956" cy="2223770"/>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1547142"/>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PROBLEMS</a:t>
            </a:r>
          </a:p>
        </p:txBody>
      </p:sp>
      <p:sp>
        <p:nvSpPr>
          <p:cNvPr name="TextBox 11" id="11"/>
          <p:cNvSpPr txBox="true"/>
          <p:nvPr/>
        </p:nvSpPr>
        <p:spPr>
          <a:xfrm rot="0">
            <a:off x="4385655" y="3219269"/>
            <a:ext cx="10603706" cy="1661795"/>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a:t>
            </a:r>
          </a:p>
        </p:txBody>
      </p:sp>
      <p:sp>
        <p:nvSpPr>
          <p:cNvPr name="TextBox 12" id="12"/>
          <p:cNvSpPr txBox="true"/>
          <p:nvPr/>
        </p:nvSpPr>
        <p:spPr>
          <a:xfrm rot="0">
            <a:off x="3298638" y="3333569"/>
            <a:ext cx="920330" cy="869135"/>
          </a:xfrm>
          <a:prstGeom prst="rect">
            <a:avLst/>
          </a:prstGeom>
        </p:spPr>
        <p:txBody>
          <a:bodyPr anchor="t" rtlCol="false" tIns="0" lIns="0" bIns="0" rIns="0">
            <a:spAutoFit/>
          </a:bodyPr>
          <a:lstStyle/>
          <a:p>
            <a:pPr algn="ctr">
              <a:lnSpc>
                <a:spcPts val="5426"/>
              </a:lnSpc>
            </a:pPr>
            <a:r>
              <a:rPr lang="en-US" b="true" sz="6096">
                <a:solidFill>
                  <a:srgbClr val="034697"/>
                </a:solidFill>
                <a:latin typeface="Futura Bold"/>
                <a:ea typeface="Futura Bold"/>
                <a:cs typeface="Futura Bold"/>
                <a:sym typeface="Futura Bold"/>
              </a:rPr>
              <a:t>1.</a:t>
            </a:r>
          </a:p>
        </p:txBody>
      </p:sp>
      <p:sp>
        <p:nvSpPr>
          <p:cNvPr name="TextBox 13" id="13"/>
          <p:cNvSpPr txBox="true"/>
          <p:nvPr/>
        </p:nvSpPr>
        <p:spPr>
          <a:xfrm rot="0">
            <a:off x="4385655" y="5186766"/>
            <a:ext cx="10603706" cy="1661795"/>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a:t>
            </a:r>
          </a:p>
        </p:txBody>
      </p:sp>
      <p:sp>
        <p:nvSpPr>
          <p:cNvPr name="TextBox 14" id="14"/>
          <p:cNvSpPr txBox="true"/>
          <p:nvPr/>
        </p:nvSpPr>
        <p:spPr>
          <a:xfrm rot="0">
            <a:off x="3298638" y="5301066"/>
            <a:ext cx="920330" cy="869135"/>
          </a:xfrm>
          <a:prstGeom prst="rect">
            <a:avLst/>
          </a:prstGeom>
        </p:spPr>
        <p:txBody>
          <a:bodyPr anchor="t" rtlCol="false" tIns="0" lIns="0" bIns="0" rIns="0">
            <a:spAutoFit/>
          </a:bodyPr>
          <a:lstStyle/>
          <a:p>
            <a:pPr algn="ctr">
              <a:lnSpc>
                <a:spcPts val="5426"/>
              </a:lnSpc>
            </a:pPr>
            <a:r>
              <a:rPr lang="en-US" b="true" sz="6096">
                <a:solidFill>
                  <a:srgbClr val="034697"/>
                </a:solidFill>
                <a:latin typeface="Futura Bold"/>
                <a:ea typeface="Futura Bold"/>
                <a:cs typeface="Futura Bold"/>
                <a:sym typeface="Futura Bold"/>
              </a:rPr>
              <a:t>2.</a:t>
            </a:r>
          </a:p>
        </p:txBody>
      </p:sp>
      <p:sp>
        <p:nvSpPr>
          <p:cNvPr name="TextBox 15" id="15"/>
          <p:cNvSpPr txBox="true"/>
          <p:nvPr/>
        </p:nvSpPr>
        <p:spPr>
          <a:xfrm rot="0">
            <a:off x="4385655" y="7154263"/>
            <a:ext cx="10603706" cy="1661795"/>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a:t>
            </a:r>
          </a:p>
        </p:txBody>
      </p:sp>
      <p:sp>
        <p:nvSpPr>
          <p:cNvPr name="TextBox 16" id="16"/>
          <p:cNvSpPr txBox="true"/>
          <p:nvPr/>
        </p:nvSpPr>
        <p:spPr>
          <a:xfrm rot="0">
            <a:off x="3298638" y="7268563"/>
            <a:ext cx="920330" cy="869135"/>
          </a:xfrm>
          <a:prstGeom prst="rect">
            <a:avLst/>
          </a:prstGeom>
        </p:spPr>
        <p:txBody>
          <a:bodyPr anchor="t" rtlCol="false" tIns="0" lIns="0" bIns="0" rIns="0">
            <a:spAutoFit/>
          </a:bodyPr>
          <a:lstStyle/>
          <a:p>
            <a:pPr algn="ctr">
              <a:lnSpc>
                <a:spcPts val="5426"/>
              </a:lnSpc>
            </a:pPr>
            <a:r>
              <a:rPr lang="en-US" b="true" sz="6096">
                <a:solidFill>
                  <a:srgbClr val="034697"/>
                </a:solidFill>
                <a:latin typeface="Futura Bold"/>
                <a:ea typeface="Futura Bold"/>
                <a:cs typeface="Futura Bold"/>
                <a:sym typeface="Futura Bold"/>
              </a:rPr>
              <a:t>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1547142"/>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GOALS</a:t>
            </a:r>
          </a:p>
        </p:txBody>
      </p:sp>
      <p:sp>
        <p:nvSpPr>
          <p:cNvPr name="TextBox 11" id="11"/>
          <p:cNvSpPr txBox="true"/>
          <p:nvPr/>
        </p:nvSpPr>
        <p:spPr>
          <a:xfrm rot="0">
            <a:off x="4385655" y="3219269"/>
            <a:ext cx="10603706" cy="1661795"/>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a:t>
            </a:r>
          </a:p>
        </p:txBody>
      </p:sp>
      <p:sp>
        <p:nvSpPr>
          <p:cNvPr name="TextBox 12" id="12"/>
          <p:cNvSpPr txBox="true"/>
          <p:nvPr/>
        </p:nvSpPr>
        <p:spPr>
          <a:xfrm rot="0">
            <a:off x="3298638" y="3333569"/>
            <a:ext cx="920330" cy="869135"/>
          </a:xfrm>
          <a:prstGeom prst="rect">
            <a:avLst/>
          </a:prstGeom>
        </p:spPr>
        <p:txBody>
          <a:bodyPr anchor="t" rtlCol="false" tIns="0" lIns="0" bIns="0" rIns="0">
            <a:spAutoFit/>
          </a:bodyPr>
          <a:lstStyle/>
          <a:p>
            <a:pPr algn="ctr">
              <a:lnSpc>
                <a:spcPts val="5426"/>
              </a:lnSpc>
            </a:pPr>
            <a:r>
              <a:rPr lang="en-US" b="true" sz="6096">
                <a:solidFill>
                  <a:srgbClr val="034697"/>
                </a:solidFill>
                <a:latin typeface="Futura Bold"/>
                <a:ea typeface="Futura Bold"/>
                <a:cs typeface="Futura Bold"/>
                <a:sym typeface="Futura Bold"/>
              </a:rPr>
              <a:t>1.</a:t>
            </a:r>
          </a:p>
        </p:txBody>
      </p:sp>
      <p:sp>
        <p:nvSpPr>
          <p:cNvPr name="TextBox 13" id="13"/>
          <p:cNvSpPr txBox="true"/>
          <p:nvPr/>
        </p:nvSpPr>
        <p:spPr>
          <a:xfrm rot="0">
            <a:off x="4385655" y="5186766"/>
            <a:ext cx="10603706" cy="1661795"/>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a:t>
            </a:r>
          </a:p>
        </p:txBody>
      </p:sp>
      <p:sp>
        <p:nvSpPr>
          <p:cNvPr name="TextBox 14" id="14"/>
          <p:cNvSpPr txBox="true"/>
          <p:nvPr/>
        </p:nvSpPr>
        <p:spPr>
          <a:xfrm rot="0">
            <a:off x="3298638" y="5301066"/>
            <a:ext cx="920330" cy="869135"/>
          </a:xfrm>
          <a:prstGeom prst="rect">
            <a:avLst/>
          </a:prstGeom>
        </p:spPr>
        <p:txBody>
          <a:bodyPr anchor="t" rtlCol="false" tIns="0" lIns="0" bIns="0" rIns="0">
            <a:spAutoFit/>
          </a:bodyPr>
          <a:lstStyle/>
          <a:p>
            <a:pPr algn="ctr">
              <a:lnSpc>
                <a:spcPts val="5426"/>
              </a:lnSpc>
            </a:pPr>
            <a:r>
              <a:rPr lang="en-US" b="true" sz="6096">
                <a:solidFill>
                  <a:srgbClr val="034697"/>
                </a:solidFill>
                <a:latin typeface="Futura Bold"/>
                <a:ea typeface="Futura Bold"/>
                <a:cs typeface="Futura Bold"/>
                <a:sym typeface="Futura Bold"/>
              </a:rPr>
              <a:t>2.</a:t>
            </a:r>
          </a:p>
        </p:txBody>
      </p:sp>
      <p:sp>
        <p:nvSpPr>
          <p:cNvPr name="TextBox 15" id="15"/>
          <p:cNvSpPr txBox="true"/>
          <p:nvPr/>
        </p:nvSpPr>
        <p:spPr>
          <a:xfrm rot="0">
            <a:off x="4385655" y="7154263"/>
            <a:ext cx="10603706" cy="1661795"/>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a:t>
            </a:r>
          </a:p>
        </p:txBody>
      </p:sp>
      <p:sp>
        <p:nvSpPr>
          <p:cNvPr name="TextBox 16" id="16"/>
          <p:cNvSpPr txBox="true"/>
          <p:nvPr/>
        </p:nvSpPr>
        <p:spPr>
          <a:xfrm rot="0">
            <a:off x="3298638" y="7268563"/>
            <a:ext cx="920330" cy="869135"/>
          </a:xfrm>
          <a:prstGeom prst="rect">
            <a:avLst/>
          </a:prstGeom>
        </p:spPr>
        <p:txBody>
          <a:bodyPr anchor="t" rtlCol="false" tIns="0" lIns="0" bIns="0" rIns="0">
            <a:spAutoFit/>
          </a:bodyPr>
          <a:lstStyle/>
          <a:p>
            <a:pPr algn="ctr">
              <a:lnSpc>
                <a:spcPts val="5426"/>
              </a:lnSpc>
            </a:pPr>
            <a:r>
              <a:rPr lang="en-US" b="true" sz="6096">
                <a:solidFill>
                  <a:srgbClr val="034697"/>
                </a:solidFill>
                <a:latin typeface="Futura Bold"/>
                <a:ea typeface="Futura Bold"/>
                <a:cs typeface="Futura Bold"/>
                <a:sym typeface="Futura Bold"/>
              </a:rPr>
              <a:t>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214399"/>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HYPOTHESIS 1</a:t>
            </a:r>
          </a:p>
        </p:txBody>
      </p:sp>
      <p:sp>
        <p:nvSpPr>
          <p:cNvPr name="TextBox 11" id="11"/>
          <p:cNvSpPr txBox="true"/>
          <p:nvPr/>
        </p:nvSpPr>
        <p:spPr>
          <a:xfrm rot="0">
            <a:off x="2455962" y="3677131"/>
            <a:ext cx="6421041" cy="4471670"/>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2" id="12"/>
          <p:cNvSpPr txBox="true"/>
          <p:nvPr/>
        </p:nvSpPr>
        <p:spPr>
          <a:xfrm rot="0">
            <a:off x="9410998" y="3677131"/>
            <a:ext cx="6421041" cy="4471670"/>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214399"/>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HYPOTHESIS 2</a:t>
            </a:r>
          </a:p>
        </p:txBody>
      </p:sp>
      <p:grpSp>
        <p:nvGrpSpPr>
          <p:cNvPr name="Group 11" id="11"/>
          <p:cNvGrpSpPr/>
          <p:nvPr/>
        </p:nvGrpSpPr>
        <p:grpSpPr>
          <a:xfrm rot="0">
            <a:off x="9995482" y="3734281"/>
            <a:ext cx="5270824" cy="4414520"/>
            <a:chOff x="0" y="0"/>
            <a:chExt cx="970463" cy="812800"/>
          </a:xfrm>
        </p:grpSpPr>
        <p:sp>
          <p:nvSpPr>
            <p:cNvPr name="Freeform 12" id="12"/>
            <p:cNvSpPr/>
            <p:nvPr/>
          </p:nvSpPr>
          <p:spPr>
            <a:xfrm flipH="false" flipV="false" rot="0">
              <a:off x="0" y="0"/>
              <a:ext cx="970462" cy="812800"/>
            </a:xfrm>
            <a:custGeom>
              <a:avLst/>
              <a:gdLst/>
              <a:ahLst/>
              <a:cxnLst/>
              <a:rect r="r" b="b" t="t" l="l"/>
              <a:pathLst>
                <a:path h="812800" w="970462">
                  <a:moveTo>
                    <a:pt x="0" y="0"/>
                  </a:moveTo>
                  <a:lnTo>
                    <a:pt x="970462" y="0"/>
                  </a:lnTo>
                  <a:lnTo>
                    <a:pt x="970462" y="812800"/>
                  </a:lnTo>
                  <a:lnTo>
                    <a:pt x="0" y="812800"/>
                  </a:lnTo>
                  <a:close/>
                </a:path>
              </a:pathLst>
            </a:custGeom>
            <a:blipFill>
              <a:blip r:embed="rId10"/>
              <a:stretch>
                <a:fillRect l="-5835" t="0" r="-5835" b="0"/>
              </a:stretch>
            </a:blipFill>
          </p:spPr>
        </p:sp>
      </p:grpSp>
      <p:sp>
        <p:nvSpPr>
          <p:cNvPr name="TextBox 13" id="13"/>
          <p:cNvSpPr txBox="true"/>
          <p:nvPr/>
        </p:nvSpPr>
        <p:spPr>
          <a:xfrm rot="0">
            <a:off x="3021694" y="3677131"/>
            <a:ext cx="6421041" cy="4471670"/>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214399"/>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HYPOTHESIS 3</a:t>
            </a:r>
          </a:p>
        </p:txBody>
      </p:sp>
      <p:sp>
        <p:nvSpPr>
          <p:cNvPr name="TextBox 11" id="11"/>
          <p:cNvSpPr txBox="true"/>
          <p:nvPr/>
        </p:nvSpPr>
        <p:spPr>
          <a:xfrm rot="0">
            <a:off x="8845266" y="3677131"/>
            <a:ext cx="6421041" cy="4471670"/>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12" id="12"/>
          <p:cNvGrpSpPr/>
          <p:nvPr/>
        </p:nvGrpSpPr>
        <p:grpSpPr>
          <a:xfrm rot="0">
            <a:off x="3021694" y="3734281"/>
            <a:ext cx="5270824" cy="4414520"/>
            <a:chOff x="0" y="0"/>
            <a:chExt cx="970463" cy="812800"/>
          </a:xfrm>
        </p:grpSpPr>
        <p:sp>
          <p:nvSpPr>
            <p:cNvPr name="Freeform 13" id="13"/>
            <p:cNvSpPr/>
            <p:nvPr/>
          </p:nvSpPr>
          <p:spPr>
            <a:xfrm flipH="false" flipV="false" rot="0">
              <a:off x="0" y="0"/>
              <a:ext cx="970462" cy="812800"/>
            </a:xfrm>
            <a:custGeom>
              <a:avLst/>
              <a:gdLst/>
              <a:ahLst/>
              <a:cxnLst/>
              <a:rect r="r" b="b" t="t" l="l"/>
              <a:pathLst>
                <a:path h="812800" w="970462">
                  <a:moveTo>
                    <a:pt x="0" y="0"/>
                  </a:moveTo>
                  <a:lnTo>
                    <a:pt x="970462" y="0"/>
                  </a:lnTo>
                  <a:lnTo>
                    <a:pt x="970462" y="812800"/>
                  </a:lnTo>
                  <a:lnTo>
                    <a:pt x="0" y="812800"/>
                  </a:lnTo>
                  <a:close/>
                </a:path>
              </a:pathLst>
            </a:custGeom>
            <a:blipFill>
              <a:blip r:embed="rId10"/>
              <a:stretch>
                <a:fillRect l="-12736" t="0" r="-12736"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155456"/>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ANALYSIS</a:t>
            </a:r>
          </a:p>
        </p:txBody>
      </p:sp>
      <p:sp>
        <p:nvSpPr>
          <p:cNvPr name="TextBox 11" id="11"/>
          <p:cNvSpPr txBox="true"/>
          <p:nvPr/>
        </p:nvSpPr>
        <p:spPr>
          <a:xfrm rot="0">
            <a:off x="2685306" y="3736074"/>
            <a:ext cx="6421041" cy="4471670"/>
          </a:xfrm>
          <a:prstGeom prst="rect">
            <a:avLst/>
          </a:prstGeom>
        </p:spPr>
        <p:txBody>
          <a:bodyPr anchor="t" rtlCol="false" tIns="0" lIns="0" bIns="0" rIns="0">
            <a:spAutoFit/>
          </a:bodyPr>
          <a:lstStyle/>
          <a:p>
            <a:pPr algn="l">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pic>
        <p:nvPicPr>
          <p:cNvPr name="Picture 12" id="12"/>
          <p:cNvPicPr>
            <a:picLocks noChangeAspect="true"/>
          </p:cNvPicPr>
          <p:nvPr/>
        </p:nvPicPr>
        <p:blipFill>
          <a:blip r:embed="rId10"/>
          <a:stretch>
            <a:fillRect/>
          </a:stretch>
        </p:blipFill>
        <p:spPr>
          <a:xfrm rot="0">
            <a:off x="9057981" y="3198250"/>
            <a:ext cx="7139687" cy="5604468"/>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495387"/>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CONCLUSION</a:t>
            </a:r>
          </a:p>
        </p:txBody>
      </p:sp>
      <p:sp>
        <p:nvSpPr>
          <p:cNvPr name="TextBox 11" id="11"/>
          <p:cNvSpPr txBox="true"/>
          <p:nvPr/>
        </p:nvSpPr>
        <p:spPr>
          <a:xfrm rot="0">
            <a:off x="2842022" y="3958119"/>
            <a:ext cx="12603956" cy="3909695"/>
          </a:xfrm>
          <a:prstGeom prst="rect">
            <a:avLst/>
          </a:prstGeom>
        </p:spPr>
        <p:txBody>
          <a:bodyPr anchor="t" rtlCol="false" tIns="0" lIns="0" bIns="0" rIns="0">
            <a:spAutoFit/>
          </a:bodyPr>
          <a:lstStyle/>
          <a:p>
            <a:pPr algn="ctr">
              <a:lnSpc>
                <a:spcPts val="4480"/>
              </a:lnSpc>
            </a:pPr>
            <a:r>
              <a:rPr lang="en-US" sz="3200">
                <a:solidFill>
                  <a:srgbClr val="03469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327384" y="3607558"/>
            <a:ext cx="11633233" cy="3186184"/>
          </a:xfrm>
          <a:prstGeom prst="rect">
            <a:avLst/>
          </a:prstGeom>
        </p:spPr>
        <p:txBody>
          <a:bodyPr anchor="t" rtlCol="false" tIns="0" lIns="0" bIns="0" rIns="0">
            <a:spAutoFit/>
          </a:bodyPr>
          <a:lstStyle/>
          <a:p>
            <a:pPr algn="ctr">
              <a:lnSpc>
                <a:spcPts val="11106"/>
              </a:lnSpc>
            </a:pPr>
            <a:r>
              <a:rPr lang="en-US" b="true" sz="12479">
                <a:solidFill>
                  <a:srgbClr val="034697"/>
                </a:solidFill>
                <a:latin typeface="Futura Bold"/>
                <a:ea typeface="Futura Bold"/>
                <a:cs typeface="Futura Bold"/>
                <a:sym typeface="Futura Bold"/>
              </a:rPr>
              <a:t>THANK</a:t>
            </a:r>
          </a:p>
          <a:p>
            <a:pPr algn="ctr">
              <a:lnSpc>
                <a:spcPts val="11106"/>
              </a:lnSpc>
            </a:pPr>
            <a:r>
              <a:rPr lang="en-US" b="true" sz="12479">
                <a:solidFill>
                  <a:srgbClr val="034697"/>
                </a:solidFill>
                <a:latin typeface="Futura Bold"/>
                <a:ea typeface="Futura Bold"/>
                <a:cs typeface="Futura Bold"/>
                <a:sym typeface="Futura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DAG54fkDAss</dc:identifier>
  <dcterms:modified xsi:type="dcterms:W3CDTF">2011-08-01T06:04:30Z</dcterms:modified>
  <cp:revision>1</cp:revision>
  <dc:title>Blue Simple Geometric Project Presentation</dc:title>
</cp:coreProperties>
</file>