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lata"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false" flipV="false" rot="0">
            <a:off x="0" y="2653399"/>
            <a:ext cx="4296535" cy="7747851"/>
          </a:xfrm>
          <a:custGeom>
            <a:avLst/>
            <a:gdLst/>
            <a:ahLst/>
            <a:cxnLst/>
            <a:rect r="r" b="b" t="t" l="l"/>
            <a:pathLst>
              <a:path h="7747851" w="4296535">
                <a:moveTo>
                  <a:pt x="0" y="0"/>
                </a:moveTo>
                <a:lnTo>
                  <a:pt x="4296535" y="0"/>
                </a:lnTo>
                <a:lnTo>
                  <a:pt x="4296535" y="7747851"/>
                </a:lnTo>
                <a:lnTo>
                  <a:pt x="0" y="77478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73525" y="8576389"/>
            <a:ext cx="4785775" cy="1061572"/>
          </a:xfrm>
          <a:custGeom>
            <a:avLst/>
            <a:gdLst/>
            <a:ahLst/>
            <a:cxnLst/>
            <a:rect r="r" b="b" t="t" l="l"/>
            <a:pathLst>
              <a:path h="1061572" w="4785775">
                <a:moveTo>
                  <a:pt x="0" y="0"/>
                </a:moveTo>
                <a:lnTo>
                  <a:pt x="4785775" y="0"/>
                </a:lnTo>
                <a:lnTo>
                  <a:pt x="4785775" y="1061572"/>
                </a:lnTo>
                <a:lnTo>
                  <a:pt x="0" y="10615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219865" y="1028700"/>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834138" y="32872"/>
            <a:ext cx="6453862" cy="6494453"/>
          </a:xfrm>
          <a:custGeom>
            <a:avLst/>
            <a:gdLst/>
            <a:ahLst/>
            <a:cxnLst/>
            <a:rect r="r" b="b" t="t" l="l"/>
            <a:pathLst>
              <a:path h="6494453" w="6453862">
                <a:moveTo>
                  <a:pt x="0" y="0"/>
                </a:moveTo>
                <a:lnTo>
                  <a:pt x="6453862" y="0"/>
                </a:lnTo>
                <a:lnTo>
                  <a:pt x="6453862" y="6494453"/>
                </a:lnTo>
                <a:lnTo>
                  <a:pt x="0" y="64944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296535" y="3317414"/>
            <a:ext cx="12751348" cy="1705813"/>
          </a:xfrm>
          <a:prstGeom prst="rect">
            <a:avLst/>
          </a:prstGeom>
        </p:spPr>
        <p:txBody>
          <a:bodyPr anchor="t" rtlCol="false" tIns="0" lIns="0" bIns="0" rIns="0">
            <a:spAutoFit/>
          </a:bodyPr>
          <a:lstStyle/>
          <a:p>
            <a:pPr algn="ctr">
              <a:lnSpc>
                <a:spcPts val="12947"/>
              </a:lnSpc>
            </a:pPr>
            <a:r>
              <a:rPr lang="en-US" sz="12331">
                <a:solidFill>
                  <a:srgbClr val="404C7D"/>
                </a:solidFill>
                <a:latin typeface="Alata"/>
                <a:ea typeface="Alata"/>
                <a:cs typeface="Alata"/>
                <a:sym typeface="Alata"/>
              </a:rPr>
              <a:t>PRESENTATION </a:t>
            </a:r>
          </a:p>
        </p:txBody>
      </p:sp>
      <p:sp>
        <p:nvSpPr>
          <p:cNvPr name="TextBox 7" id="7"/>
          <p:cNvSpPr txBox="true"/>
          <p:nvPr/>
        </p:nvSpPr>
        <p:spPr>
          <a:xfrm rot="0">
            <a:off x="5093368" y="5219700"/>
            <a:ext cx="8101265" cy="665278"/>
          </a:xfrm>
          <a:prstGeom prst="rect">
            <a:avLst/>
          </a:prstGeom>
        </p:spPr>
        <p:txBody>
          <a:bodyPr anchor="t" rtlCol="false" tIns="0" lIns="0" bIns="0" rIns="0">
            <a:spAutoFit/>
          </a:bodyPr>
          <a:lstStyle/>
          <a:p>
            <a:pPr algn="l">
              <a:lnSpc>
                <a:spcPts val="5168"/>
              </a:lnSpc>
            </a:pPr>
            <a:r>
              <a:rPr lang="en-US" sz="4922">
                <a:solidFill>
                  <a:srgbClr val="404C7D"/>
                </a:solidFill>
                <a:latin typeface="Alata"/>
                <a:ea typeface="Alata"/>
                <a:cs typeface="Alata"/>
                <a:sym typeface="Alata"/>
              </a:rPr>
              <a:t>by Claudia Alves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81076" y="2591988"/>
            <a:ext cx="11763732" cy="58807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In hac habitasse platea dictumst. Nam tortor urna, semper ac nulla id, porttitor semper felis. Phasellus blandit eros viverra, ultricies nibh nec, viverra ipsum. Ut nec gravida massa, eu convallis est. Donec sed purus non ipsum cursus molestie sit amet nec lorem. Aliquam eget turpis eros. Duis elementum dolor a nisi gravida, sit amet laoreet lorem efficitur. </a:t>
            </a:r>
          </a:p>
          <a:p>
            <a:pPr algn="just">
              <a:lnSpc>
                <a:spcPts val="3360"/>
              </a:lnSpc>
            </a:pP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INTRODOCUTION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81076" y="2591988"/>
            <a:ext cx="11763732" cy="62998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a:t>
            </a:r>
          </a:p>
          <a:p>
            <a:pPr algn="just">
              <a:lnSpc>
                <a:spcPts val="3360"/>
              </a:lnSpc>
            </a:pPr>
          </a:p>
          <a:p>
            <a:pPr algn="just">
              <a:lnSpc>
                <a:spcPts val="3360"/>
              </a:lnSpc>
            </a:pPr>
            <a:r>
              <a:rPr lang="en-US" sz="3200">
                <a:solidFill>
                  <a:srgbClr val="404C7D"/>
                </a:solidFill>
                <a:latin typeface="Alata"/>
                <a:ea typeface="Alata"/>
                <a:cs typeface="Alata"/>
                <a:sym typeface="Alata"/>
              </a:rPr>
              <a:t>In hac habitasse platea dictumst. Nam tortor urna, semper ac nulla id, porttitor semper felis. Phasellus blandit eros viverra, ultricies nibh nec, viverra ipsum. Ut nec gravida massa, eu convallis est. Donec sed purus non ipsum cursus molestie sit amet nec lorem. Aliquam eget turpis eros. Duis elementum dolor a nisi gravida, sit amet laoreet lorem efficitur. </a:t>
            </a:r>
          </a:p>
          <a:p>
            <a:pPr algn="just">
              <a:lnSpc>
                <a:spcPts val="3360"/>
              </a:lnSpc>
            </a:pP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BACKGROUND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07238" y="2725032"/>
            <a:ext cx="5662924" cy="58807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OVERVIEW</a:t>
            </a:r>
          </a:p>
        </p:txBody>
      </p:sp>
      <p:sp>
        <p:nvSpPr>
          <p:cNvPr name="TextBox 8" id="8"/>
          <p:cNvSpPr txBox="true"/>
          <p:nvPr/>
        </p:nvSpPr>
        <p:spPr>
          <a:xfrm rot="0">
            <a:off x="9581884" y="2725032"/>
            <a:ext cx="5662924" cy="58807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07238" y="2725032"/>
            <a:ext cx="13122726"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PROBLEM</a:t>
            </a:r>
          </a:p>
        </p:txBody>
      </p:sp>
      <p:sp>
        <p:nvSpPr>
          <p:cNvPr name="TextBox 8" id="8"/>
          <p:cNvSpPr txBox="true"/>
          <p:nvPr/>
        </p:nvSpPr>
        <p:spPr>
          <a:xfrm rot="0">
            <a:off x="2961033" y="5252643"/>
            <a:ext cx="13122726"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337570" y="3546087"/>
            <a:ext cx="3390595" cy="4114800"/>
          </a:xfrm>
          <a:custGeom>
            <a:avLst/>
            <a:gdLst/>
            <a:ahLst/>
            <a:cxnLst/>
            <a:rect r="r" b="b" t="t" l="l"/>
            <a:pathLst>
              <a:path h="4114800" w="3390595">
                <a:moveTo>
                  <a:pt x="0" y="0"/>
                </a:moveTo>
                <a:lnTo>
                  <a:pt x="3390596" y="0"/>
                </a:lnTo>
                <a:lnTo>
                  <a:pt x="3390596"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907238" y="3405351"/>
            <a:ext cx="8701383" cy="21088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a:t>
            </a:r>
          </a:p>
        </p:txBody>
      </p:sp>
      <p:sp>
        <p:nvSpPr>
          <p:cNvPr name="TextBox 8" id="8"/>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OBJECTIVES</a:t>
            </a:r>
          </a:p>
        </p:txBody>
      </p:sp>
      <p:sp>
        <p:nvSpPr>
          <p:cNvPr name="TextBox 9" id="9"/>
          <p:cNvSpPr txBox="true"/>
          <p:nvPr/>
        </p:nvSpPr>
        <p:spPr>
          <a:xfrm rot="0">
            <a:off x="2907238" y="6031102"/>
            <a:ext cx="8701383" cy="21088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312616" y="3368177"/>
            <a:ext cx="4486692" cy="3540408"/>
          </a:xfrm>
          <a:custGeom>
            <a:avLst/>
            <a:gdLst/>
            <a:ahLst/>
            <a:cxnLst/>
            <a:rect r="r" b="b" t="t" l="l"/>
            <a:pathLst>
              <a:path h="3540408" w="4486692">
                <a:moveTo>
                  <a:pt x="0" y="0"/>
                </a:moveTo>
                <a:lnTo>
                  <a:pt x="4486692" y="0"/>
                </a:lnTo>
                <a:lnTo>
                  <a:pt x="4486692" y="3540408"/>
                </a:lnTo>
                <a:lnTo>
                  <a:pt x="0" y="35404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7393930" y="2756672"/>
            <a:ext cx="8701383" cy="12706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8" id="8"/>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STRATEGY</a:t>
            </a:r>
          </a:p>
        </p:txBody>
      </p:sp>
      <p:sp>
        <p:nvSpPr>
          <p:cNvPr name="TextBox 9" id="9"/>
          <p:cNvSpPr txBox="true"/>
          <p:nvPr/>
        </p:nvSpPr>
        <p:spPr>
          <a:xfrm rot="0">
            <a:off x="7393930" y="4531995"/>
            <a:ext cx="8701383" cy="12706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10" id="10"/>
          <p:cNvSpPr txBox="true"/>
          <p:nvPr/>
        </p:nvSpPr>
        <p:spPr>
          <a:xfrm rot="0">
            <a:off x="7393930" y="6307318"/>
            <a:ext cx="8701383" cy="12706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490858" y="3081012"/>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INSIGHT</a:t>
            </a:r>
          </a:p>
        </p:txBody>
      </p:sp>
      <p:sp>
        <p:nvSpPr>
          <p:cNvPr name="TextBox 8" id="8"/>
          <p:cNvSpPr txBox="true"/>
          <p:nvPr/>
        </p:nvSpPr>
        <p:spPr>
          <a:xfrm rot="0">
            <a:off x="9230179" y="3081012"/>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9" id="9"/>
          <p:cNvSpPr txBox="true"/>
          <p:nvPr/>
        </p:nvSpPr>
        <p:spPr>
          <a:xfrm rot="0">
            <a:off x="2490858" y="5665955"/>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10" id="10"/>
          <p:cNvSpPr txBox="true"/>
          <p:nvPr/>
        </p:nvSpPr>
        <p:spPr>
          <a:xfrm rot="0">
            <a:off x="9230179" y="5665955"/>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387793" y="2628889"/>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SOLUTION</a:t>
            </a:r>
          </a:p>
        </p:txBody>
      </p:sp>
      <p:sp>
        <p:nvSpPr>
          <p:cNvPr name="TextBox 8" id="8"/>
          <p:cNvSpPr txBox="true"/>
          <p:nvPr/>
        </p:nvSpPr>
        <p:spPr>
          <a:xfrm rot="0">
            <a:off x="2387793" y="4034001"/>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9" id="9"/>
          <p:cNvSpPr txBox="true"/>
          <p:nvPr/>
        </p:nvSpPr>
        <p:spPr>
          <a:xfrm rot="0">
            <a:off x="2387793" y="5439112"/>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10" id="10"/>
          <p:cNvSpPr txBox="true"/>
          <p:nvPr/>
        </p:nvSpPr>
        <p:spPr>
          <a:xfrm rot="0">
            <a:off x="2387793" y="6844224"/>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81076" y="3240667"/>
            <a:ext cx="11763732" cy="46234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In hac habitasse platea dictumst. Nam tortor urna, semper ac nulla id, porttitor semper felis. Phasellus blandit eros viverra, ultricies nibh nec, viverra ipsum. Ut nec gravida massa, eu convallis est. </a:t>
            </a:r>
          </a:p>
          <a:p>
            <a:pPr algn="just">
              <a:lnSpc>
                <a:spcPts val="3360"/>
              </a:lnSpc>
            </a:pP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CONCLUSION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false" flipV="false" rot="0">
            <a:off x="0" y="2653399"/>
            <a:ext cx="4296535" cy="7747851"/>
          </a:xfrm>
          <a:custGeom>
            <a:avLst/>
            <a:gdLst/>
            <a:ahLst/>
            <a:cxnLst/>
            <a:rect r="r" b="b" t="t" l="l"/>
            <a:pathLst>
              <a:path h="7747851" w="4296535">
                <a:moveTo>
                  <a:pt x="0" y="0"/>
                </a:moveTo>
                <a:lnTo>
                  <a:pt x="4296535" y="0"/>
                </a:lnTo>
                <a:lnTo>
                  <a:pt x="4296535" y="7747851"/>
                </a:lnTo>
                <a:lnTo>
                  <a:pt x="0" y="77478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73525" y="8576389"/>
            <a:ext cx="4785775" cy="1061572"/>
          </a:xfrm>
          <a:custGeom>
            <a:avLst/>
            <a:gdLst/>
            <a:ahLst/>
            <a:cxnLst/>
            <a:rect r="r" b="b" t="t" l="l"/>
            <a:pathLst>
              <a:path h="1061572" w="4785775">
                <a:moveTo>
                  <a:pt x="0" y="0"/>
                </a:moveTo>
                <a:lnTo>
                  <a:pt x="4785775" y="0"/>
                </a:lnTo>
                <a:lnTo>
                  <a:pt x="4785775" y="1061572"/>
                </a:lnTo>
                <a:lnTo>
                  <a:pt x="0" y="10615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219865" y="1028700"/>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834138" y="32872"/>
            <a:ext cx="6453862" cy="6494453"/>
          </a:xfrm>
          <a:custGeom>
            <a:avLst/>
            <a:gdLst/>
            <a:ahLst/>
            <a:cxnLst/>
            <a:rect r="r" b="b" t="t" l="l"/>
            <a:pathLst>
              <a:path h="6494453" w="6453862">
                <a:moveTo>
                  <a:pt x="0" y="0"/>
                </a:moveTo>
                <a:lnTo>
                  <a:pt x="6453862" y="0"/>
                </a:lnTo>
                <a:lnTo>
                  <a:pt x="6453862" y="6494453"/>
                </a:lnTo>
                <a:lnTo>
                  <a:pt x="0" y="64944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612753" y="4376318"/>
            <a:ext cx="12751348" cy="1705813"/>
          </a:xfrm>
          <a:prstGeom prst="rect">
            <a:avLst/>
          </a:prstGeom>
        </p:spPr>
        <p:txBody>
          <a:bodyPr anchor="t" rtlCol="false" tIns="0" lIns="0" bIns="0" rIns="0">
            <a:spAutoFit/>
          </a:bodyPr>
          <a:lstStyle/>
          <a:p>
            <a:pPr algn="ctr">
              <a:lnSpc>
                <a:spcPts val="12947"/>
              </a:lnSpc>
            </a:pPr>
            <a:r>
              <a:rPr lang="en-US" sz="12331">
                <a:solidFill>
                  <a:srgbClr val="404C7D"/>
                </a:solidFill>
                <a:latin typeface="Alata"/>
                <a:ea typeface="Alata"/>
                <a:cs typeface="Alata"/>
                <a:sym typeface="Alata"/>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DAG54YlioDo</dc:identifier>
  <dcterms:modified xsi:type="dcterms:W3CDTF">2011-08-01T06:04:30Z</dcterms:modified>
  <cp:revision>1</cp:revision>
  <dc:title>Grey Blue Minimalist Modern Presentation </dc:title>
</cp:coreProperties>
</file>