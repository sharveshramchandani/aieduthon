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3.svg" ContentType="image/svg+xml"/>
  <Override PartName="/ppt/media/image19.svg" ContentType="image/svg+xml"/>
  <Override PartName="/ppt/media/image4.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Poppins Semi-Bold" charset="1" panose="00000700000000000000"/>
      <p:regular r:id="rId16"/>
    </p:embeddedFont>
    <p:embeddedFont>
      <p:font typeface="Poppins" charset="1" panose="00000500000000000000"/>
      <p:regular r:id="rId17"/>
    </p:embeddedFont>
    <p:embeddedFont>
      <p:font typeface="Poppins Bold" charset="1" panose="00000800000000000000"/>
      <p:regular r:id="rId18"/>
    </p:embeddedFont>
    <p:embeddedFont>
      <p:font typeface="DM Sans" charset="1" panose="000000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font" Target="fonts/font16.fntdata"/><Relationship Id="rId17" Type="http://schemas.openxmlformats.org/officeDocument/2006/relationships/font" Target="fonts/font17.fntdata"/><Relationship Id="rId18" Type="http://schemas.openxmlformats.org/officeDocument/2006/relationships/font" Target="fonts/font18.fntdata"/><Relationship Id="rId19" Type="http://schemas.openxmlformats.org/officeDocument/2006/relationships/font" Target="fonts/font19.fntdata"/><Relationship Id="rId2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introduces the fundamental concept of photosynthesis, emphasizing its importance for the entire ecosystem. It’s a complex process, but understanding the basic principles is crucial for grasping the interconnectedness of life.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clarifies the raw materials required for photosynthesis. It’s important to note that plants actively transport these substances, demonstrating their sophisticated uptake mechanisms. The role of stomata is key to gas exchange.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Chlorophyll is the key player in capturing solar energy. The color of leaves is a result of the chlorophyll molecules absorbing different wavelengths of light. Understanding chlorophyll’s function is fundamental to grasping the process.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highlights the final products of photosynthesis – both the food source for the plant and the essential oxygen released into the air. The glucose produced is a vital energy molecule for the plant's survival.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underscores the profound significance of photosynthesis for the entire planet. Without it, life as we know it would not be possible. It’s a critical process for maintaining a stable and habitable environment.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 Id="rId3" Type="http://schemas.openxmlformats.org/officeDocument/2006/relationships/image" Target="../media/image20.jpg"/><Relationship Id="rId4"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5.png"/><Relationship Id="rId5" Type="http://schemas.openxmlformats.org/officeDocument/2006/relationships/image" Target="../media/image6.svg"/><Relationship Id="rId6" Type="http://schemas.openxmlformats.org/officeDocument/2006/relationships/image" Target="../media/image7.png"/><Relationship Id="rId7" Type="http://schemas.openxmlformats.org/officeDocument/2006/relationships/image" Target="../media/image8.svg"/><Relationship Id="rId8" Type="http://schemas.openxmlformats.org/officeDocument/2006/relationships/image" Target="../media/image21.jpg"/><Relationship Id="rId9"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image" Target="../media/image22.jpg"/><Relationship Id="rId5"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eg"/><Relationship Id="rId3" Type="http://schemas.openxmlformats.org/officeDocument/2006/relationships/image" Target="../media/image3.png"/><Relationship Id="rId4" Type="http://schemas.openxmlformats.org/officeDocument/2006/relationships/image" Target="../media/image4.svg"/><Relationship Id="rId5" Type="http://schemas.openxmlformats.org/officeDocument/2006/relationships/image" Target="../media/image5.png"/><Relationship Id="rId6" Type="http://schemas.openxmlformats.org/officeDocument/2006/relationships/image" Target="../media/image6.svg"/><Relationship Id="rId7" Type="http://schemas.openxmlformats.org/officeDocument/2006/relationships/image" Target="../media/image7.png"/><Relationship Id="rId8" Type="http://schemas.openxmlformats.org/officeDocument/2006/relationships/image" Target="../media/image8.svg"/><Relationship Id="rId9" Type="http://schemas.openxmlformats.org/officeDocument/2006/relationships/image" Target="../media/image12.png"/><Relationship Id="rId10" Type="http://schemas.openxmlformats.org/officeDocument/2006/relationships/image" Target="../media/image13.svg"/><Relationship Id="rId11" Type="http://schemas.openxmlformats.org/officeDocument/2006/relationships/image" Target="../media/image20.jpg"/><Relationship Id="rId1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eg"/><Relationship Id="rId3" Type="http://schemas.openxmlformats.org/officeDocument/2006/relationships/image" Target="../media/image15.jpeg"/><Relationship Id="rId4" Type="http://schemas.openxmlformats.org/officeDocument/2006/relationships/image" Target="../media/image3.png"/><Relationship Id="rId5" Type="http://schemas.openxmlformats.org/officeDocument/2006/relationships/image" Target="../media/image4.svg"/><Relationship Id="rId6" Type="http://schemas.openxmlformats.org/officeDocument/2006/relationships/image" Target="../media/image7.png"/><Relationship Id="rId7" Type="http://schemas.openxmlformats.org/officeDocument/2006/relationships/image" Target="../media/image8.svg"/><Relationship Id="rId8" Type="http://schemas.openxmlformats.org/officeDocument/2006/relationships/image" Target="../media/image20.jpg"/><Relationship Id="rId9"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5.png"/><Relationship Id="rId5" Type="http://schemas.openxmlformats.org/officeDocument/2006/relationships/image" Target="../media/image6.svg"/><Relationship Id="rId6" Type="http://schemas.openxmlformats.org/officeDocument/2006/relationships/image" Target="../media/image7.png"/><Relationship Id="rId7" Type="http://schemas.openxmlformats.org/officeDocument/2006/relationships/image" Target="../media/image8.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svg"/><Relationship Id="rId4" Type="http://schemas.openxmlformats.org/officeDocument/2006/relationships/image" Target="../media/image7.png"/><Relationship Id="rId5" Type="http://schemas.openxmlformats.org/officeDocument/2006/relationships/image" Target="../media/image8.svg"/><Relationship Id="rId6" Type="http://schemas.openxmlformats.org/officeDocument/2006/relationships/image" Target="../media/image5.png"/><Relationship Id="rId7" Type="http://schemas.openxmlformats.org/officeDocument/2006/relationships/image" Target="../media/image6.svg"/><Relationship Id="rId8" Type="http://schemas.openxmlformats.org/officeDocument/2006/relationships/image" Target="../media/image16.png"/><Relationship Id="rId9" Type="http://schemas.openxmlformats.org/officeDocument/2006/relationships/image" Target="../media/image17.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101622" y="-767350"/>
            <a:ext cx="22013892" cy="12354774"/>
          </a:xfrm>
          <a:custGeom>
            <a:avLst/>
            <a:gdLst/>
            <a:ahLst/>
            <a:cxnLst/>
            <a:rect r="r" b="b" t="t" l="l"/>
            <a:pathLst>
              <a:path h="12354774" w="22013892">
                <a:moveTo>
                  <a:pt x="0" y="0"/>
                </a:moveTo>
                <a:lnTo>
                  <a:pt x="22013891" y="0"/>
                </a:lnTo>
                <a:lnTo>
                  <a:pt x="22013891" y="12354775"/>
                </a:lnTo>
                <a:lnTo>
                  <a:pt x="0" y="12354775"/>
                </a:lnTo>
                <a:lnTo>
                  <a:pt x="0" y="0"/>
                </a:lnTo>
                <a:close/>
              </a:path>
            </a:pathLst>
          </a:custGeom>
          <a:blipFill>
            <a:blip r:embed="rId2"/>
            <a:stretch>
              <a:fillRect l="0" t="-9467" r="0" b="-9467"/>
            </a:stretch>
          </a:blipFill>
        </p:spPr>
      </p:sp>
      <p:grpSp>
        <p:nvGrpSpPr>
          <p:cNvPr name="Group 3" id="3"/>
          <p:cNvGrpSpPr/>
          <p:nvPr/>
        </p:nvGrpSpPr>
        <p:grpSpPr>
          <a:xfrm rot="0">
            <a:off x="-1793400" y="-712357"/>
            <a:ext cx="22453902" cy="11711713"/>
            <a:chOff x="0" y="0"/>
            <a:chExt cx="5913785" cy="3084566"/>
          </a:xfrm>
        </p:grpSpPr>
        <p:sp>
          <p:nvSpPr>
            <p:cNvPr name="Freeform 4" id="4"/>
            <p:cNvSpPr/>
            <p:nvPr/>
          </p:nvSpPr>
          <p:spPr>
            <a:xfrm flipH="false" flipV="false" rot="0">
              <a:off x="0" y="0"/>
              <a:ext cx="5913785" cy="3084567"/>
            </a:xfrm>
            <a:custGeom>
              <a:avLst/>
              <a:gdLst/>
              <a:ahLst/>
              <a:cxnLst/>
              <a:rect r="r" b="b" t="t" l="l"/>
              <a:pathLst>
                <a:path h="3084567" w="5913785">
                  <a:moveTo>
                    <a:pt x="0" y="0"/>
                  </a:moveTo>
                  <a:lnTo>
                    <a:pt x="5913785" y="0"/>
                  </a:lnTo>
                  <a:lnTo>
                    <a:pt x="5913785" y="3084567"/>
                  </a:lnTo>
                  <a:lnTo>
                    <a:pt x="0" y="3084567"/>
                  </a:lnTo>
                  <a:close/>
                </a:path>
              </a:pathLst>
            </a:custGeom>
            <a:solidFill>
              <a:srgbClr val="AAD7D4">
                <a:alpha val="28627"/>
              </a:srgbClr>
            </a:solidFill>
          </p:spPr>
        </p:sp>
        <p:sp>
          <p:nvSpPr>
            <p:cNvPr name="TextBox 5" id="5"/>
            <p:cNvSpPr txBox="true"/>
            <p:nvPr/>
          </p:nvSpPr>
          <p:spPr>
            <a:xfrm>
              <a:off x="0" y="-38100"/>
              <a:ext cx="5913785" cy="3122666"/>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5571132" y="6449964"/>
            <a:ext cx="6983181" cy="669188"/>
            <a:chOff x="0" y="0"/>
            <a:chExt cx="1839192" cy="176247"/>
          </a:xfrm>
        </p:grpSpPr>
        <p:sp>
          <p:nvSpPr>
            <p:cNvPr name="Freeform 7" id="7"/>
            <p:cNvSpPr/>
            <p:nvPr/>
          </p:nvSpPr>
          <p:spPr>
            <a:xfrm flipH="false" flipV="false" rot="0">
              <a:off x="0" y="0"/>
              <a:ext cx="1839192" cy="176247"/>
            </a:xfrm>
            <a:custGeom>
              <a:avLst/>
              <a:gdLst/>
              <a:ahLst/>
              <a:cxnLst/>
              <a:rect r="r" b="b" t="t" l="l"/>
              <a:pathLst>
                <a:path h="176247" w="1839192">
                  <a:moveTo>
                    <a:pt x="0" y="0"/>
                  </a:moveTo>
                  <a:lnTo>
                    <a:pt x="1839192" y="0"/>
                  </a:lnTo>
                  <a:lnTo>
                    <a:pt x="1839192" y="176247"/>
                  </a:lnTo>
                  <a:lnTo>
                    <a:pt x="0" y="176247"/>
                  </a:lnTo>
                  <a:close/>
                </a:path>
              </a:pathLst>
            </a:custGeom>
            <a:solidFill>
              <a:srgbClr val="AAD7D4"/>
            </a:solidFill>
            <a:ln w="28575" cap="sq">
              <a:solidFill>
                <a:srgbClr val="1C2120"/>
              </a:solidFill>
              <a:prstDash val="solid"/>
              <a:miter/>
            </a:ln>
          </p:spPr>
        </p:sp>
        <p:sp>
          <p:nvSpPr>
            <p:cNvPr name="TextBox 8" id="8"/>
            <p:cNvSpPr txBox="true"/>
            <p:nvPr/>
          </p:nvSpPr>
          <p:spPr>
            <a:xfrm>
              <a:off x="0" y="-38100"/>
              <a:ext cx="1839192" cy="214347"/>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2610563" y="3491698"/>
            <a:ext cx="13066873" cy="3032670"/>
          </a:xfrm>
          <a:prstGeom prst="rect">
            <a:avLst/>
          </a:prstGeom>
        </p:spPr>
        <p:txBody>
          <a:bodyPr anchor="t" rtlCol="false" tIns="0" lIns="0" bIns="0" rIns="0">
            <a:spAutoFit/>
          </a:bodyPr>
          <a:lstStyle/>
          <a:p>
            <a:pPr algn="ctr">
              <a:lnSpc>
                <a:spcPts val="10918"/>
              </a:lnSpc>
            </a:pPr>
            <a:r>
              <a:rPr lang="en-US" b="true" sz="12998" spc="-701">
                <a:solidFill>
                  <a:srgbClr val="1C2120"/>
                </a:solidFill>
                <a:latin typeface="Poppins Semi-Bold"/>
                <a:ea typeface="Poppins Semi-Bold"/>
                <a:cs typeface="Poppins Semi-Bold"/>
                <a:sym typeface="Poppins Semi-Bold"/>
              </a:rPr>
              <a:t>PROJECT PRESENTATION</a:t>
            </a:r>
          </a:p>
        </p:txBody>
      </p:sp>
      <p:sp>
        <p:nvSpPr>
          <p:cNvPr name="TextBox 10" id="10"/>
          <p:cNvSpPr txBox="true"/>
          <p:nvPr/>
        </p:nvSpPr>
        <p:spPr>
          <a:xfrm rot="0">
            <a:off x="5835017" y="6562468"/>
            <a:ext cx="6617965" cy="482280"/>
          </a:xfrm>
          <a:prstGeom prst="rect">
            <a:avLst/>
          </a:prstGeom>
        </p:spPr>
        <p:txBody>
          <a:bodyPr anchor="t" rtlCol="false" tIns="0" lIns="0" bIns="0" rIns="0">
            <a:spAutoFit/>
          </a:bodyPr>
          <a:lstStyle/>
          <a:p>
            <a:pPr algn="ctr">
              <a:lnSpc>
                <a:spcPts val="3445"/>
              </a:lnSpc>
            </a:pPr>
            <a:r>
              <a:rPr lang="en-US" sz="3445" spc="-68">
                <a:solidFill>
                  <a:srgbClr val="1C2120"/>
                </a:solidFill>
                <a:latin typeface="Poppins"/>
                <a:ea typeface="Poppins"/>
                <a:cs typeface="Poppins"/>
                <a:sym typeface="Poppins"/>
              </a:rPr>
              <a:t>PRESENTED BY HELENE PAQUET</a:t>
            </a:r>
          </a:p>
        </p:txBody>
      </p:sp>
      <p:sp>
        <p:nvSpPr>
          <p:cNvPr id="11" name="TextBox 10"/>
          <p:cNvSpPr txBox="1"/>
          <p:nvPr/>
        </p:nvSpPr>
        <p:spPr>
          <a:xfrm>
            <a:off x="914400" y="457200"/>
            <a:ext cx="7315200" cy="1371600"/>
          </a:xfrm>
          <a:prstGeom prst="rect">
            <a:avLst/>
          </a:prstGeom>
          <a:noFill/>
        </p:spPr>
        <p:txBody>
          <a:bodyPr wrap="none">
            <a:spAutoFit/>
          </a:bodyPr>
          <a:lstStyle/>
          <a:p>
            <a:r>
              <a:t>Science Presentation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7788" y="-177024"/>
            <a:ext cx="7097803" cy="11057957"/>
          </a:xfrm>
          <a:custGeom>
            <a:avLst/>
            <a:gdLst/>
            <a:ahLst/>
            <a:cxnLst/>
            <a:rect r="r" b="b" t="t" l="l"/>
            <a:pathLst>
              <a:path h="11057957" w="7097803">
                <a:moveTo>
                  <a:pt x="0" y="0"/>
                </a:moveTo>
                <a:lnTo>
                  <a:pt x="7097803" y="0"/>
                </a:lnTo>
                <a:lnTo>
                  <a:pt x="7097803" y="11057957"/>
                </a:lnTo>
                <a:lnTo>
                  <a:pt x="0" y="11057957"/>
                </a:lnTo>
                <a:lnTo>
                  <a:pt x="0" y="0"/>
                </a:lnTo>
                <a:close/>
              </a:path>
            </a:pathLst>
          </a:custGeom>
          <a:blipFill>
            <a:blip r:embed="rId2"/>
            <a:stretch>
              <a:fillRect l="-131569" t="0" r="-2267" b="0"/>
            </a:stretch>
          </a:blipFill>
        </p:spPr>
      </p:sp>
      <p:grpSp>
        <p:nvGrpSpPr>
          <p:cNvPr name="Group 3" id="3"/>
          <p:cNvGrpSpPr/>
          <p:nvPr/>
        </p:nvGrpSpPr>
        <p:grpSpPr>
          <a:xfrm rot="0">
            <a:off x="-514350" y="-177024"/>
            <a:ext cx="7454365" cy="10601584"/>
            <a:chOff x="0" y="0"/>
            <a:chExt cx="1963290" cy="2792187"/>
          </a:xfrm>
        </p:grpSpPr>
        <p:sp>
          <p:nvSpPr>
            <p:cNvPr name="Freeform 4" id="4"/>
            <p:cNvSpPr/>
            <p:nvPr/>
          </p:nvSpPr>
          <p:spPr>
            <a:xfrm flipH="false" flipV="false" rot="0">
              <a:off x="0" y="0"/>
              <a:ext cx="1963290" cy="2792187"/>
            </a:xfrm>
            <a:custGeom>
              <a:avLst/>
              <a:gdLst/>
              <a:ahLst/>
              <a:cxnLst/>
              <a:rect r="r" b="b" t="t" l="l"/>
              <a:pathLst>
                <a:path h="2792187" w="1963290">
                  <a:moveTo>
                    <a:pt x="0" y="0"/>
                  </a:moveTo>
                  <a:lnTo>
                    <a:pt x="1963290" y="0"/>
                  </a:lnTo>
                  <a:lnTo>
                    <a:pt x="1963290" y="2792187"/>
                  </a:lnTo>
                  <a:lnTo>
                    <a:pt x="0" y="2792187"/>
                  </a:lnTo>
                  <a:close/>
                </a:path>
              </a:pathLst>
            </a:custGeom>
            <a:solidFill>
              <a:srgbClr val="AAD7D4">
                <a:alpha val="55686"/>
              </a:srgbClr>
            </a:solidFill>
          </p:spPr>
        </p:sp>
        <p:sp>
          <p:nvSpPr>
            <p:cNvPr name="TextBox 5" id="5"/>
            <p:cNvSpPr txBox="true"/>
            <p:nvPr/>
          </p:nvSpPr>
          <p:spPr>
            <a:xfrm>
              <a:off x="0" y="-38100"/>
              <a:ext cx="1963290" cy="2830287"/>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8652271" y="7656324"/>
            <a:ext cx="4845334" cy="582575"/>
            <a:chOff x="0" y="0"/>
            <a:chExt cx="1276137" cy="153435"/>
          </a:xfrm>
        </p:grpSpPr>
        <p:sp>
          <p:nvSpPr>
            <p:cNvPr name="Freeform 7" id="7"/>
            <p:cNvSpPr/>
            <p:nvPr/>
          </p:nvSpPr>
          <p:spPr>
            <a:xfrm flipH="false" flipV="false" rot="0">
              <a:off x="0" y="0"/>
              <a:ext cx="1276137" cy="153435"/>
            </a:xfrm>
            <a:custGeom>
              <a:avLst/>
              <a:gdLst/>
              <a:ahLst/>
              <a:cxnLst/>
              <a:rect r="r" b="b" t="t" l="l"/>
              <a:pathLst>
                <a:path h="153435" w="1276137">
                  <a:moveTo>
                    <a:pt x="76718" y="0"/>
                  </a:moveTo>
                  <a:lnTo>
                    <a:pt x="1199420" y="0"/>
                  </a:lnTo>
                  <a:cubicBezTo>
                    <a:pt x="1219767" y="0"/>
                    <a:pt x="1239280" y="8083"/>
                    <a:pt x="1253667" y="22470"/>
                  </a:cubicBezTo>
                  <a:cubicBezTo>
                    <a:pt x="1268055" y="36857"/>
                    <a:pt x="1276137" y="56371"/>
                    <a:pt x="1276137" y="76718"/>
                  </a:cubicBezTo>
                  <a:lnTo>
                    <a:pt x="1276137" y="76718"/>
                  </a:lnTo>
                  <a:cubicBezTo>
                    <a:pt x="1276137" y="97064"/>
                    <a:pt x="1268055" y="116578"/>
                    <a:pt x="1253667" y="130965"/>
                  </a:cubicBezTo>
                  <a:cubicBezTo>
                    <a:pt x="1239280" y="145353"/>
                    <a:pt x="1219767" y="153435"/>
                    <a:pt x="1199420" y="153435"/>
                  </a:cubicBezTo>
                  <a:lnTo>
                    <a:pt x="76718" y="153435"/>
                  </a:lnTo>
                  <a:cubicBezTo>
                    <a:pt x="56371" y="153435"/>
                    <a:pt x="36857" y="145353"/>
                    <a:pt x="22470" y="130965"/>
                  </a:cubicBezTo>
                  <a:cubicBezTo>
                    <a:pt x="8083" y="116578"/>
                    <a:pt x="0" y="97064"/>
                    <a:pt x="0" y="76718"/>
                  </a:cubicBezTo>
                  <a:lnTo>
                    <a:pt x="0" y="76718"/>
                  </a:lnTo>
                  <a:cubicBezTo>
                    <a:pt x="0" y="56371"/>
                    <a:pt x="8083" y="36857"/>
                    <a:pt x="22470" y="22470"/>
                  </a:cubicBezTo>
                  <a:cubicBezTo>
                    <a:pt x="36857" y="8083"/>
                    <a:pt x="56371" y="0"/>
                    <a:pt x="76718" y="0"/>
                  </a:cubicBezTo>
                  <a:close/>
                </a:path>
              </a:pathLst>
            </a:custGeom>
            <a:solidFill>
              <a:srgbClr val="AAD7D4"/>
            </a:solidFill>
          </p:spPr>
        </p:sp>
        <p:sp>
          <p:nvSpPr>
            <p:cNvPr name="TextBox 8" id="8"/>
            <p:cNvSpPr txBox="true"/>
            <p:nvPr/>
          </p:nvSpPr>
          <p:spPr>
            <a:xfrm>
              <a:off x="0" y="-38100"/>
              <a:ext cx="1276137" cy="191535"/>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8595420" y="2134178"/>
            <a:ext cx="8011990" cy="2152289"/>
          </a:xfrm>
          <a:prstGeom prst="rect">
            <a:avLst/>
          </a:prstGeom>
        </p:spPr>
        <p:txBody>
          <a:bodyPr anchor="t" rtlCol="false" tIns="0" lIns="0" bIns="0" rIns="0">
            <a:spAutoFit/>
          </a:bodyPr>
          <a:lstStyle/>
          <a:p>
            <a:pPr algn="l">
              <a:lnSpc>
                <a:spcPts val="7935"/>
              </a:lnSpc>
            </a:pPr>
            <a:r>
              <a:rPr lang="en-US" sz="8180" b="true">
                <a:solidFill>
                  <a:srgbClr val="1C2120"/>
                </a:solidFill>
                <a:latin typeface="Poppins Bold"/>
                <a:ea typeface="Poppins Bold"/>
                <a:cs typeface="Poppins Bold"/>
                <a:sym typeface="Poppins Bold"/>
              </a:rPr>
              <a:t>Origin of the creative idea</a:t>
            </a:r>
          </a:p>
        </p:txBody>
      </p:sp>
      <p:sp>
        <p:nvSpPr>
          <p:cNvPr name="TextBox 10" id="10"/>
          <p:cNvSpPr txBox="true"/>
          <p:nvPr/>
        </p:nvSpPr>
        <p:spPr>
          <a:xfrm rot="0">
            <a:off x="8652271" y="4546630"/>
            <a:ext cx="7898287" cy="2711676"/>
          </a:xfrm>
          <a:prstGeom prst="rect">
            <a:avLst/>
          </a:prstGeom>
        </p:spPr>
        <p:txBody>
          <a:bodyPr anchor="t" rtlCol="false" tIns="0" lIns="0" bIns="0" rIns="0">
            <a:spAutoFit/>
          </a:bodyPr>
          <a:lstStyle/>
          <a:p>
            <a:pPr algn="l" marL="0" indent="0" lvl="0">
              <a:lnSpc>
                <a:spcPts val="2454"/>
              </a:lnSpc>
              <a:spcBef>
                <a:spcPct val="0"/>
              </a:spcBef>
            </a:pPr>
            <a:r>
              <a:rPr lang="en-US" sz="1817" spc="109" u="none">
                <a:solidFill>
                  <a:srgbClr val="000000"/>
                </a:solidFill>
                <a:latin typeface="DM Sans"/>
                <a:ea typeface="DM Sans"/>
                <a:cs typeface="DM Sans"/>
                <a:sym typeface="DM Sans"/>
              </a:rPr>
              <a:t>Lorem ipsum dolor sit amet, consectetur adipiscing elit, sed do eiusmod tempor incididunt ut labore et dolore magna aliqua. Ut enim ad minim veniam, quis nostrud exercitation ullamco laboris nisi ut aliquip ex ea commodo consequat.</a:t>
            </a:r>
          </a:p>
          <a:p>
            <a:pPr algn="l" marL="0" indent="0" lvl="0">
              <a:lnSpc>
                <a:spcPts val="2454"/>
              </a:lnSpc>
              <a:spcBef>
                <a:spcPct val="0"/>
              </a:spcBef>
            </a:pPr>
          </a:p>
          <a:p>
            <a:pPr algn="l" marL="0" indent="0" lvl="0">
              <a:lnSpc>
                <a:spcPts val="2454"/>
              </a:lnSpc>
              <a:spcBef>
                <a:spcPct val="0"/>
              </a:spcBef>
            </a:pPr>
            <a:r>
              <a:rPr lang="en-US" sz="1817" spc="109" u="none">
                <a:solidFill>
                  <a:srgbClr val="000000"/>
                </a:solidFill>
                <a:latin typeface="DM Sans"/>
                <a:ea typeface="DM Sans"/>
                <a:cs typeface="DM Sans"/>
                <a:sym typeface="DM Sans"/>
              </a:rPr>
              <a:t>Duis aute irure dolor in reprehenderit in voluptate velit esse cillum dolore eu fugiat nulla pariatur. Excepteur sint occaecat cupidatat non proident, sunt in culpa qui officia deserunt mollit anim id est laborum.</a:t>
            </a:r>
          </a:p>
        </p:txBody>
      </p:sp>
      <p:sp>
        <p:nvSpPr>
          <p:cNvPr name="TextBox 11" id="11"/>
          <p:cNvSpPr txBox="true"/>
          <p:nvPr/>
        </p:nvSpPr>
        <p:spPr>
          <a:xfrm rot="0">
            <a:off x="9593710" y="7792824"/>
            <a:ext cx="3007705" cy="319099"/>
          </a:xfrm>
          <a:prstGeom prst="rect">
            <a:avLst/>
          </a:prstGeom>
        </p:spPr>
        <p:txBody>
          <a:bodyPr anchor="t" rtlCol="false" tIns="0" lIns="0" bIns="0" rIns="0">
            <a:spAutoFit/>
          </a:bodyPr>
          <a:lstStyle/>
          <a:p>
            <a:pPr algn="ctr">
              <a:lnSpc>
                <a:spcPts val="2365"/>
              </a:lnSpc>
            </a:pPr>
            <a:r>
              <a:rPr lang="en-US" sz="2190">
                <a:solidFill>
                  <a:srgbClr val="1C2120"/>
                </a:solidFill>
                <a:latin typeface="Poppins"/>
                <a:ea typeface="Poppins"/>
                <a:cs typeface="Poppins"/>
                <a:sym typeface="Poppins"/>
              </a:rPr>
              <a:t>Exploring creativity</a:t>
            </a:r>
          </a:p>
        </p:txBody>
      </p:sp>
      <p:sp>
        <p:nvSpPr>
          <p:cNvPr id="12" name="TextBox 11"/>
          <p:cNvSpPr txBox="1"/>
          <p:nvPr/>
        </p:nvSpPr>
        <p:spPr>
          <a:xfrm>
            <a:off x="914400" y="1371600"/>
            <a:ext cx="7315200" cy="4114800"/>
          </a:xfrm>
          <a:prstGeom prst="rect">
            <a:avLst/>
          </a:prstGeom>
          <a:noFill/>
        </p:spPr>
        <p:txBody>
          <a:bodyPr wrap="none">
            <a:spAutoFit/>
          </a:bodyPr>
          <a:lstStyle/>
          <a:p>
            <a:pPr>
              <a:defRPr sz="1800"/>
            </a:pPr>
            <a:r>
              <a:t>Photosynthesis is the remarkable process by which plants convert light energy into chemical energy, fueling their growth and survival.</a:t>
            </a:r>
          </a:p>
          <a:p>
            <a:pPr>
              <a:defRPr sz="1800"/>
            </a:pPr>
            <a:r>
              <a:t>It’s the cornerstone of nearly all food chains on Earth, as plants are the primary producers, creating the base for countless organisms.</a:t>
            </a:r>
          </a:p>
          <a:p>
            <a:pPr>
              <a:defRPr sz="1800"/>
            </a:pPr>
            <a:r>
              <a:t>Photosynthesis is a vital biological process that significantly influences the Earth’s climate and atmospheric composition.</a:t>
            </a:r>
          </a:p>
          <a:p>
            <a:pPr lvl="1">
              <a:defRPr sz="1200" i="1">
                <a:solidFill>
                  <a:srgbClr val="787878"/>
                </a:solidFill>
              </a:defRPr>
            </a:pPr>
            <a:r>
              <a:t>[Image placeholder] What is Photosynthesis?</a:t>
            </a:r>
          </a:p>
        </p:txBody>
      </p:sp>
      <p:pic>
        <p:nvPicPr>
          <p:cNvPr id="13" name="Picture 12" descr="_ppt_tmp_image.png"/>
          <p:cNvPicPr>
            <a:picLocks noChangeAspect="1"/>
          </p:cNvPicPr>
          <p:nvPr/>
        </p:nvPicPr>
        <p:blipFill>
          <a:blip r:embed="rId3"/>
          <a:stretch>
            <a:fillRect/>
          </a:stretch>
        </p:blipFill>
        <p:spPr>
          <a:xfrm>
            <a:off x="5486400" y="1828800"/>
            <a:ext cx="2743200" cy="1828800"/>
          </a:xfrm>
          <a:prstGeom prst="rect">
            <a:avLst/>
          </a:prstGeom>
        </p:spPr>
      </p:pic>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083134" y="1616740"/>
            <a:ext cx="6830714" cy="2128485"/>
            <a:chOff x="0" y="0"/>
            <a:chExt cx="2286638" cy="712528"/>
          </a:xfrm>
        </p:grpSpPr>
        <p:sp>
          <p:nvSpPr>
            <p:cNvPr name="Freeform 3" id="3"/>
            <p:cNvSpPr/>
            <p:nvPr/>
          </p:nvSpPr>
          <p:spPr>
            <a:xfrm flipH="false" flipV="false" rot="0">
              <a:off x="0" y="0"/>
              <a:ext cx="2286638" cy="712528"/>
            </a:xfrm>
            <a:custGeom>
              <a:avLst/>
              <a:gdLst/>
              <a:ahLst/>
              <a:cxnLst/>
              <a:rect r="r" b="b" t="t" l="l"/>
              <a:pathLst>
                <a:path h="712528" w="2286638">
                  <a:moveTo>
                    <a:pt x="56670" y="0"/>
                  </a:moveTo>
                  <a:lnTo>
                    <a:pt x="2229968" y="0"/>
                  </a:lnTo>
                  <a:cubicBezTo>
                    <a:pt x="2261266" y="0"/>
                    <a:pt x="2286638" y="25372"/>
                    <a:pt x="2286638" y="56670"/>
                  </a:cubicBezTo>
                  <a:lnTo>
                    <a:pt x="2286638" y="655858"/>
                  </a:lnTo>
                  <a:cubicBezTo>
                    <a:pt x="2286638" y="670888"/>
                    <a:pt x="2280667" y="685302"/>
                    <a:pt x="2270040" y="695930"/>
                  </a:cubicBezTo>
                  <a:cubicBezTo>
                    <a:pt x="2259412" y="706557"/>
                    <a:pt x="2244998" y="712528"/>
                    <a:pt x="2229968" y="712528"/>
                  </a:cubicBezTo>
                  <a:lnTo>
                    <a:pt x="56670" y="712528"/>
                  </a:lnTo>
                  <a:cubicBezTo>
                    <a:pt x="25372" y="712528"/>
                    <a:pt x="0" y="687156"/>
                    <a:pt x="0" y="655858"/>
                  </a:cubicBezTo>
                  <a:lnTo>
                    <a:pt x="0" y="56670"/>
                  </a:lnTo>
                  <a:cubicBezTo>
                    <a:pt x="0" y="41640"/>
                    <a:pt x="5971" y="27226"/>
                    <a:pt x="16598" y="16598"/>
                  </a:cubicBezTo>
                  <a:cubicBezTo>
                    <a:pt x="27226" y="5971"/>
                    <a:pt x="41640" y="0"/>
                    <a:pt x="56670" y="0"/>
                  </a:cubicBezTo>
                  <a:close/>
                </a:path>
              </a:pathLst>
            </a:custGeom>
            <a:solidFill>
              <a:srgbClr val="AAD7D4"/>
            </a:solidFill>
          </p:spPr>
        </p:sp>
        <p:sp>
          <p:nvSpPr>
            <p:cNvPr name="TextBox 4" id="4"/>
            <p:cNvSpPr txBox="true"/>
            <p:nvPr/>
          </p:nvSpPr>
          <p:spPr>
            <a:xfrm>
              <a:off x="0" y="85725"/>
              <a:ext cx="2286638" cy="626803"/>
            </a:xfrm>
            <a:prstGeom prst="rect">
              <a:avLst/>
            </a:prstGeom>
          </p:spPr>
          <p:txBody>
            <a:bodyPr anchor="ctr" rtlCol="false" tIns="50800" lIns="50800" bIns="50800" rIns="50800"/>
            <a:lstStyle/>
            <a:p>
              <a:pPr algn="ctr">
                <a:lnSpc>
                  <a:spcPts val="1925"/>
                </a:lnSpc>
              </a:pPr>
            </a:p>
          </p:txBody>
        </p:sp>
      </p:grpSp>
      <p:sp>
        <p:nvSpPr>
          <p:cNvPr name="Freeform 5" id="5"/>
          <p:cNvSpPr/>
          <p:nvPr/>
        </p:nvSpPr>
        <p:spPr>
          <a:xfrm flipH="false" flipV="false" rot="0">
            <a:off x="10685802" y="2275139"/>
            <a:ext cx="1023822" cy="839534"/>
          </a:xfrm>
          <a:custGeom>
            <a:avLst/>
            <a:gdLst/>
            <a:ahLst/>
            <a:cxnLst/>
            <a:rect r="r" b="b" t="t" l="l"/>
            <a:pathLst>
              <a:path h="839534" w="1023822">
                <a:moveTo>
                  <a:pt x="0" y="0"/>
                </a:moveTo>
                <a:lnTo>
                  <a:pt x="1023822" y="0"/>
                </a:lnTo>
                <a:lnTo>
                  <a:pt x="1023822" y="839533"/>
                </a:lnTo>
                <a:lnTo>
                  <a:pt x="0" y="8395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0083134" y="4079914"/>
            <a:ext cx="6830714" cy="2128485"/>
            <a:chOff x="0" y="0"/>
            <a:chExt cx="2286638" cy="712528"/>
          </a:xfrm>
        </p:grpSpPr>
        <p:sp>
          <p:nvSpPr>
            <p:cNvPr name="Freeform 7" id="7"/>
            <p:cNvSpPr/>
            <p:nvPr/>
          </p:nvSpPr>
          <p:spPr>
            <a:xfrm flipH="false" flipV="false" rot="0">
              <a:off x="0" y="0"/>
              <a:ext cx="2286638" cy="712528"/>
            </a:xfrm>
            <a:custGeom>
              <a:avLst/>
              <a:gdLst/>
              <a:ahLst/>
              <a:cxnLst/>
              <a:rect r="r" b="b" t="t" l="l"/>
              <a:pathLst>
                <a:path h="712528" w="2286638">
                  <a:moveTo>
                    <a:pt x="56670" y="0"/>
                  </a:moveTo>
                  <a:lnTo>
                    <a:pt x="2229968" y="0"/>
                  </a:lnTo>
                  <a:cubicBezTo>
                    <a:pt x="2261266" y="0"/>
                    <a:pt x="2286638" y="25372"/>
                    <a:pt x="2286638" y="56670"/>
                  </a:cubicBezTo>
                  <a:lnTo>
                    <a:pt x="2286638" y="655858"/>
                  </a:lnTo>
                  <a:cubicBezTo>
                    <a:pt x="2286638" y="670888"/>
                    <a:pt x="2280667" y="685302"/>
                    <a:pt x="2270040" y="695930"/>
                  </a:cubicBezTo>
                  <a:cubicBezTo>
                    <a:pt x="2259412" y="706557"/>
                    <a:pt x="2244998" y="712528"/>
                    <a:pt x="2229968" y="712528"/>
                  </a:cubicBezTo>
                  <a:lnTo>
                    <a:pt x="56670" y="712528"/>
                  </a:lnTo>
                  <a:cubicBezTo>
                    <a:pt x="25372" y="712528"/>
                    <a:pt x="0" y="687156"/>
                    <a:pt x="0" y="655858"/>
                  </a:cubicBezTo>
                  <a:lnTo>
                    <a:pt x="0" y="56670"/>
                  </a:lnTo>
                  <a:cubicBezTo>
                    <a:pt x="0" y="41640"/>
                    <a:pt x="5971" y="27226"/>
                    <a:pt x="16598" y="16598"/>
                  </a:cubicBezTo>
                  <a:cubicBezTo>
                    <a:pt x="27226" y="5971"/>
                    <a:pt x="41640" y="0"/>
                    <a:pt x="56670" y="0"/>
                  </a:cubicBezTo>
                  <a:close/>
                </a:path>
              </a:pathLst>
            </a:custGeom>
            <a:solidFill>
              <a:srgbClr val="AAD7D4"/>
            </a:solidFill>
          </p:spPr>
        </p:sp>
        <p:sp>
          <p:nvSpPr>
            <p:cNvPr name="TextBox 8" id="8"/>
            <p:cNvSpPr txBox="true"/>
            <p:nvPr/>
          </p:nvSpPr>
          <p:spPr>
            <a:xfrm>
              <a:off x="0" y="85725"/>
              <a:ext cx="2286638" cy="626803"/>
            </a:xfrm>
            <a:prstGeom prst="rect">
              <a:avLst/>
            </a:prstGeom>
          </p:spPr>
          <p:txBody>
            <a:bodyPr anchor="ctr" rtlCol="false" tIns="50800" lIns="50800" bIns="50800" rIns="50800"/>
            <a:lstStyle/>
            <a:p>
              <a:pPr algn="ctr">
                <a:lnSpc>
                  <a:spcPts val="1925"/>
                </a:lnSpc>
              </a:pPr>
            </a:p>
          </p:txBody>
        </p:sp>
      </p:grpSp>
      <p:grpSp>
        <p:nvGrpSpPr>
          <p:cNvPr name="Group 9" id="9"/>
          <p:cNvGrpSpPr/>
          <p:nvPr/>
        </p:nvGrpSpPr>
        <p:grpSpPr>
          <a:xfrm rot="0">
            <a:off x="10083134" y="6541774"/>
            <a:ext cx="6830714" cy="2128485"/>
            <a:chOff x="0" y="0"/>
            <a:chExt cx="2286638" cy="712528"/>
          </a:xfrm>
        </p:grpSpPr>
        <p:sp>
          <p:nvSpPr>
            <p:cNvPr name="Freeform 10" id="10"/>
            <p:cNvSpPr/>
            <p:nvPr/>
          </p:nvSpPr>
          <p:spPr>
            <a:xfrm flipH="false" flipV="false" rot="0">
              <a:off x="0" y="0"/>
              <a:ext cx="2286638" cy="712528"/>
            </a:xfrm>
            <a:custGeom>
              <a:avLst/>
              <a:gdLst/>
              <a:ahLst/>
              <a:cxnLst/>
              <a:rect r="r" b="b" t="t" l="l"/>
              <a:pathLst>
                <a:path h="712528" w="2286638">
                  <a:moveTo>
                    <a:pt x="56670" y="0"/>
                  </a:moveTo>
                  <a:lnTo>
                    <a:pt x="2229968" y="0"/>
                  </a:lnTo>
                  <a:cubicBezTo>
                    <a:pt x="2261266" y="0"/>
                    <a:pt x="2286638" y="25372"/>
                    <a:pt x="2286638" y="56670"/>
                  </a:cubicBezTo>
                  <a:lnTo>
                    <a:pt x="2286638" y="655858"/>
                  </a:lnTo>
                  <a:cubicBezTo>
                    <a:pt x="2286638" y="670888"/>
                    <a:pt x="2280667" y="685302"/>
                    <a:pt x="2270040" y="695930"/>
                  </a:cubicBezTo>
                  <a:cubicBezTo>
                    <a:pt x="2259412" y="706557"/>
                    <a:pt x="2244998" y="712528"/>
                    <a:pt x="2229968" y="712528"/>
                  </a:cubicBezTo>
                  <a:lnTo>
                    <a:pt x="56670" y="712528"/>
                  </a:lnTo>
                  <a:cubicBezTo>
                    <a:pt x="25372" y="712528"/>
                    <a:pt x="0" y="687156"/>
                    <a:pt x="0" y="655858"/>
                  </a:cubicBezTo>
                  <a:lnTo>
                    <a:pt x="0" y="56670"/>
                  </a:lnTo>
                  <a:cubicBezTo>
                    <a:pt x="0" y="41640"/>
                    <a:pt x="5971" y="27226"/>
                    <a:pt x="16598" y="16598"/>
                  </a:cubicBezTo>
                  <a:cubicBezTo>
                    <a:pt x="27226" y="5971"/>
                    <a:pt x="41640" y="0"/>
                    <a:pt x="56670" y="0"/>
                  </a:cubicBezTo>
                  <a:close/>
                </a:path>
              </a:pathLst>
            </a:custGeom>
            <a:solidFill>
              <a:srgbClr val="AAD7D4"/>
            </a:solidFill>
          </p:spPr>
        </p:sp>
        <p:sp>
          <p:nvSpPr>
            <p:cNvPr name="TextBox 11" id="11"/>
            <p:cNvSpPr txBox="true"/>
            <p:nvPr/>
          </p:nvSpPr>
          <p:spPr>
            <a:xfrm>
              <a:off x="0" y="85725"/>
              <a:ext cx="2286638" cy="626803"/>
            </a:xfrm>
            <a:prstGeom prst="rect">
              <a:avLst/>
            </a:prstGeom>
          </p:spPr>
          <p:txBody>
            <a:bodyPr anchor="ctr" rtlCol="false" tIns="50800" lIns="50800" bIns="50800" rIns="50800"/>
            <a:lstStyle/>
            <a:p>
              <a:pPr algn="ctr">
                <a:lnSpc>
                  <a:spcPts val="1925"/>
                </a:lnSpc>
              </a:pPr>
            </a:p>
          </p:txBody>
        </p:sp>
      </p:grpSp>
      <p:sp>
        <p:nvSpPr>
          <p:cNvPr name="Freeform 12" id="12"/>
          <p:cNvSpPr/>
          <p:nvPr/>
        </p:nvSpPr>
        <p:spPr>
          <a:xfrm flipH="false" flipV="false" rot="0">
            <a:off x="10677950" y="4517864"/>
            <a:ext cx="1031674" cy="1252584"/>
          </a:xfrm>
          <a:custGeom>
            <a:avLst/>
            <a:gdLst/>
            <a:ahLst/>
            <a:cxnLst/>
            <a:rect r="r" b="b" t="t" l="l"/>
            <a:pathLst>
              <a:path h="1252584" w="1031674">
                <a:moveTo>
                  <a:pt x="0" y="0"/>
                </a:moveTo>
                <a:lnTo>
                  <a:pt x="1031674" y="0"/>
                </a:lnTo>
                <a:lnTo>
                  <a:pt x="1031674" y="1252585"/>
                </a:lnTo>
                <a:lnTo>
                  <a:pt x="0" y="125258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10497275" y="7308439"/>
            <a:ext cx="1400875" cy="924578"/>
          </a:xfrm>
          <a:custGeom>
            <a:avLst/>
            <a:gdLst/>
            <a:ahLst/>
            <a:cxnLst/>
            <a:rect r="r" b="b" t="t" l="l"/>
            <a:pathLst>
              <a:path h="924578" w="1400875">
                <a:moveTo>
                  <a:pt x="0" y="0"/>
                </a:moveTo>
                <a:lnTo>
                  <a:pt x="1400875" y="0"/>
                </a:lnTo>
                <a:lnTo>
                  <a:pt x="1400875" y="924577"/>
                </a:lnTo>
                <a:lnTo>
                  <a:pt x="0" y="92457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4" id="14"/>
          <p:cNvSpPr txBox="true"/>
          <p:nvPr/>
        </p:nvSpPr>
        <p:spPr>
          <a:xfrm rot="0">
            <a:off x="1218937" y="2864121"/>
            <a:ext cx="8537476" cy="2541571"/>
          </a:xfrm>
          <a:prstGeom prst="rect">
            <a:avLst/>
          </a:prstGeom>
        </p:spPr>
        <p:txBody>
          <a:bodyPr anchor="t" rtlCol="false" tIns="0" lIns="0" bIns="0" rIns="0">
            <a:spAutoFit/>
          </a:bodyPr>
          <a:lstStyle/>
          <a:p>
            <a:pPr algn="l">
              <a:lnSpc>
                <a:spcPts val="9658"/>
              </a:lnSpc>
            </a:pPr>
            <a:r>
              <a:rPr lang="en-US" sz="8472" b="true">
                <a:solidFill>
                  <a:srgbClr val="1C2120"/>
                </a:solidFill>
                <a:latin typeface="Poppins Bold"/>
                <a:ea typeface="Poppins Bold"/>
                <a:cs typeface="Poppins Bold"/>
                <a:sym typeface="Poppins Bold"/>
              </a:rPr>
              <a:t>Project vision and mission</a:t>
            </a:r>
          </a:p>
        </p:txBody>
      </p:sp>
      <p:sp>
        <p:nvSpPr>
          <p:cNvPr name="TextBox 15" id="15"/>
          <p:cNvSpPr txBox="true"/>
          <p:nvPr/>
        </p:nvSpPr>
        <p:spPr>
          <a:xfrm rot="0">
            <a:off x="1218937" y="5587947"/>
            <a:ext cx="6613419" cy="1561904"/>
          </a:xfrm>
          <a:prstGeom prst="rect">
            <a:avLst/>
          </a:prstGeom>
        </p:spPr>
        <p:txBody>
          <a:bodyPr anchor="t" rtlCol="false" tIns="0" lIns="0" bIns="0" rIns="0">
            <a:spAutoFit/>
          </a:bodyPr>
          <a:lstStyle/>
          <a:p>
            <a:pPr algn="l" marL="0" indent="0" lvl="0">
              <a:lnSpc>
                <a:spcPts val="2541"/>
              </a:lnSpc>
              <a:spcBef>
                <a:spcPct val="0"/>
              </a:spcBef>
            </a:pPr>
            <a:r>
              <a:rPr lang="en-US" sz="1882" spc="112" u="none">
                <a:solidFill>
                  <a:srgbClr val="000000"/>
                </a:solidFill>
                <a:latin typeface="DM Sans"/>
                <a:ea typeface="DM Sans"/>
                <a:cs typeface="DM Sans"/>
                <a:sym typeface="DM Sans"/>
              </a:rPr>
              <a:t>Lorem ipsum dolor sit amet, consectetur adipiscing elit, sed do eiusmod tempor incididunt ut labore et dolore magna aliqua. Ut enim ad minim veniam, quis nostrud exercitation ullamco laboris nisi ut aliquip ex ea commodo consequat.</a:t>
            </a:r>
          </a:p>
        </p:txBody>
      </p:sp>
      <p:sp>
        <p:nvSpPr>
          <p:cNvPr name="TextBox 16" id="16"/>
          <p:cNvSpPr txBox="true"/>
          <p:nvPr/>
        </p:nvSpPr>
        <p:spPr>
          <a:xfrm rot="0">
            <a:off x="12613891" y="2265614"/>
            <a:ext cx="3556933" cy="876904"/>
          </a:xfrm>
          <a:prstGeom prst="rect">
            <a:avLst/>
          </a:prstGeom>
        </p:spPr>
        <p:txBody>
          <a:bodyPr anchor="t" rtlCol="false" tIns="0" lIns="0" bIns="0" rIns="0">
            <a:spAutoFit/>
          </a:bodyPr>
          <a:lstStyle/>
          <a:p>
            <a:pPr algn="just" marL="0" indent="0" lvl="0">
              <a:lnSpc>
                <a:spcPts val="1770"/>
              </a:lnSpc>
              <a:spcBef>
                <a:spcPct val="0"/>
              </a:spcBef>
            </a:pPr>
            <a:r>
              <a:rPr lang="en-US" sz="1311" spc="20" u="none">
                <a:solidFill>
                  <a:srgbClr val="1C2120"/>
                </a:solidFill>
                <a:latin typeface="DM Sans"/>
                <a:ea typeface="DM Sans"/>
                <a:cs typeface="DM Sans"/>
                <a:sym typeface="DM Sans"/>
              </a:rPr>
              <a:t>Lorem ipsum dolor sit amet, consectetur adipiscing elit, sed do eiusmod tempor incididunt ut labore et dolore magna aliqua. Ut enim ad minim veniam</a:t>
            </a:r>
          </a:p>
        </p:txBody>
      </p:sp>
      <p:sp>
        <p:nvSpPr>
          <p:cNvPr name="TextBox 17" id="17"/>
          <p:cNvSpPr txBox="true"/>
          <p:nvPr/>
        </p:nvSpPr>
        <p:spPr>
          <a:xfrm rot="0">
            <a:off x="12613891" y="4696021"/>
            <a:ext cx="3556933" cy="876904"/>
          </a:xfrm>
          <a:prstGeom prst="rect">
            <a:avLst/>
          </a:prstGeom>
        </p:spPr>
        <p:txBody>
          <a:bodyPr anchor="t" rtlCol="false" tIns="0" lIns="0" bIns="0" rIns="0">
            <a:spAutoFit/>
          </a:bodyPr>
          <a:lstStyle/>
          <a:p>
            <a:pPr algn="just" marL="0" indent="0" lvl="0">
              <a:lnSpc>
                <a:spcPts val="1770"/>
              </a:lnSpc>
              <a:spcBef>
                <a:spcPct val="0"/>
              </a:spcBef>
            </a:pPr>
            <a:r>
              <a:rPr lang="en-US" sz="1311" spc="20" u="none">
                <a:solidFill>
                  <a:srgbClr val="1C2120"/>
                </a:solidFill>
                <a:latin typeface="DM Sans"/>
                <a:ea typeface="DM Sans"/>
                <a:cs typeface="DM Sans"/>
                <a:sym typeface="DM Sans"/>
              </a:rPr>
              <a:t>Lorem ipsum dolor sit amet, consectetur adipiscing elit, sed do eiusmod tempor incididunt ut labore et dolore magna aliqua. Ut enim ad minim veniam</a:t>
            </a:r>
          </a:p>
        </p:txBody>
      </p:sp>
      <p:sp>
        <p:nvSpPr>
          <p:cNvPr name="TextBox 18" id="18"/>
          <p:cNvSpPr txBox="true"/>
          <p:nvPr/>
        </p:nvSpPr>
        <p:spPr>
          <a:xfrm rot="0">
            <a:off x="12613891" y="7162803"/>
            <a:ext cx="3556933" cy="876904"/>
          </a:xfrm>
          <a:prstGeom prst="rect">
            <a:avLst/>
          </a:prstGeom>
        </p:spPr>
        <p:txBody>
          <a:bodyPr anchor="t" rtlCol="false" tIns="0" lIns="0" bIns="0" rIns="0">
            <a:spAutoFit/>
          </a:bodyPr>
          <a:lstStyle/>
          <a:p>
            <a:pPr algn="just" marL="0" indent="0" lvl="0">
              <a:lnSpc>
                <a:spcPts val="1770"/>
              </a:lnSpc>
              <a:spcBef>
                <a:spcPct val="0"/>
              </a:spcBef>
            </a:pPr>
            <a:r>
              <a:rPr lang="en-US" sz="1311" spc="20" u="none">
                <a:solidFill>
                  <a:srgbClr val="1C2120"/>
                </a:solidFill>
                <a:latin typeface="DM Sans"/>
                <a:ea typeface="DM Sans"/>
                <a:cs typeface="DM Sans"/>
                <a:sym typeface="DM Sans"/>
              </a:rPr>
              <a:t>Lorem ipsum dolor sit amet, consectetur adipiscing elit, sed do eiusmod tempor incididunt ut labore et dolore magna aliqua. Ut enim ad minim veniam</a:t>
            </a:r>
          </a:p>
        </p:txBody>
      </p:sp>
      <p:sp>
        <p:nvSpPr>
          <p:cNvPr name="AutoShape 19" id="19"/>
          <p:cNvSpPr/>
          <p:nvPr/>
        </p:nvSpPr>
        <p:spPr>
          <a:xfrm flipV="true">
            <a:off x="12118262" y="2375876"/>
            <a:ext cx="0" cy="738797"/>
          </a:xfrm>
          <a:prstGeom prst="line">
            <a:avLst/>
          </a:prstGeom>
          <a:ln cap="flat" w="38100">
            <a:solidFill>
              <a:srgbClr val="000000"/>
            </a:solidFill>
            <a:prstDash val="solid"/>
            <a:headEnd type="none" len="sm" w="sm"/>
            <a:tailEnd type="none" len="sm" w="sm"/>
          </a:ln>
        </p:spPr>
      </p:sp>
      <p:sp>
        <p:nvSpPr>
          <p:cNvPr name="AutoShape 20" id="20"/>
          <p:cNvSpPr/>
          <p:nvPr/>
        </p:nvSpPr>
        <p:spPr>
          <a:xfrm flipV="true">
            <a:off x="12118262" y="4774758"/>
            <a:ext cx="0" cy="738797"/>
          </a:xfrm>
          <a:prstGeom prst="line">
            <a:avLst/>
          </a:prstGeom>
          <a:ln cap="flat" w="38100">
            <a:solidFill>
              <a:srgbClr val="000000"/>
            </a:solidFill>
            <a:prstDash val="solid"/>
            <a:headEnd type="none" len="sm" w="sm"/>
            <a:tailEnd type="none" len="sm" w="sm"/>
          </a:ln>
        </p:spPr>
      </p:sp>
      <p:sp>
        <p:nvSpPr>
          <p:cNvPr name="AutoShape 21" id="21"/>
          <p:cNvSpPr/>
          <p:nvPr/>
        </p:nvSpPr>
        <p:spPr>
          <a:xfrm flipV="true">
            <a:off x="12137312" y="7300910"/>
            <a:ext cx="0" cy="738797"/>
          </a:xfrm>
          <a:prstGeom prst="line">
            <a:avLst/>
          </a:prstGeom>
          <a:ln cap="flat" w="38100">
            <a:solidFill>
              <a:srgbClr val="000000"/>
            </a:solidFill>
            <a:prstDash val="solid"/>
            <a:headEnd type="none" len="sm" w="sm"/>
            <a:tailEnd type="none" len="sm" w="sm"/>
          </a:ln>
        </p:spPr>
      </p:sp>
      <p:grpSp>
        <p:nvGrpSpPr>
          <p:cNvPr name="Group 22" id="22"/>
          <p:cNvGrpSpPr/>
          <p:nvPr/>
        </p:nvGrpSpPr>
        <p:grpSpPr>
          <a:xfrm rot="0">
            <a:off x="1218937" y="7583541"/>
            <a:ext cx="4845334" cy="582575"/>
            <a:chOff x="0" y="0"/>
            <a:chExt cx="1276137" cy="153435"/>
          </a:xfrm>
        </p:grpSpPr>
        <p:sp>
          <p:nvSpPr>
            <p:cNvPr name="Freeform 23" id="23"/>
            <p:cNvSpPr/>
            <p:nvPr/>
          </p:nvSpPr>
          <p:spPr>
            <a:xfrm flipH="false" flipV="false" rot="0">
              <a:off x="0" y="0"/>
              <a:ext cx="1276137" cy="153435"/>
            </a:xfrm>
            <a:custGeom>
              <a:avLst/>
              <a:gdLst/>
              <a:ahLst/>
              <a:cxnLst/>
              <a:rect r="r" b="b" t="t" l="l"/>
              <a:pathLst>
                <a:path h="153435" w="1276137">
                  <a:moveTo>
                    <a:pt x="76718" y="0"/>
                  </a:moveTo>
                  <a:lnTo>
                    <a:pt x="1199420" y="0"/>
                  </a:lnTo>
                  <a:cubicBezTo>
                    <a:pt x="1219767" y="0"/>
                    <a:pt x="1239280" y="8083"/>
                    <a:pt x="1253667" y="22470"/>
                  </a:cubicBezTo>
                  <a:cubicBezTo>
                    <a:pt x="1268055" y="36857"/>
                    <a:pt x="1276137" y="56371"/>
                    <a:pt x="1276137" y="76718"/>
                  </a:cubicBezTo>
                  <a:lnTo>
                    <a:pt x="1276137" y="76718"/>
                  </a:lnTo>
                  <a:cubicBezTo>
                    <a:pt x="1276137" y="97064"/>
                    <a:pt x="1268055" y="116578"/>
                    <a:pt x="1253667" y="130965"/>
                  </a:cubicBezTo>
                  <a:cubicBezTo>
                    <a:pt x="1239280" y="145353"/>
                    <a:pt x="1219767" y="153435"/>
                    <a:pt x="1199420" y="153435"/>
                  </a:cubicBezTo>
                  <a:lnTo>
                    <a:pt x="76718" y="153435"/>
                  </a:lnTo>
                  <a:cubicBezTo>
                    <a:pt x="56371" y="153435"/>
                    <a:pt x="36857" y="145353"/>
                    <a:pt x="22470" y="130965"/>
                  </a:cubicBezTo>
                  <a:cubicBezTo>
                    <a:pt x="8083" y="116578"/>
                    <a:pt x="0" y="97064"/>
                    <a:pt x="0" y="76718"/>
                  </a:cubicBezTo>
                  <a:lnTo>
                    <a:pt x="0" y="76718"/>
                  </a:lnTo>
                  <a:cubicBezTo>
                    <a:pt x="0" y="56371"/>
                    <a:pt x="8083" y="36857"/>
                    <a:pt x="22470" y="22470"/>
                  </a:cubicBezTo>
                  <a:cubicBezTo>
                    <a:pt x="36857" y="8083"/>
                    <a:pt x="56371" y="0"/>
                    <a:pt x="76718" y="0"/>
                  </a:cubicBezTo>
                  <a:close/>
                </a:path>
              </a:pathLst>
            </a:custGeom>
            <a:solidFill>
              <a:srgbClr val="AAD7D4"/>
            </a:solidFill>
          </p:spPr>
        </p:sp>
        <p:sp>
          <p:nvSpPr>
            <p:cNvPr name="TextBox 24" id="24"/>
            <p:cNvSpPr txBox="true"/>
            <p:nvPr/>
          </p:nvSpPr>
          <p:spPr>
            <a:xfrm>
              <a:off x="0" y="-38100"/>
              <a:ext cx="1276137" cy="191535"/>
            </a:xfrm>
            <a:prstGeom prst="rect">
              <a:avLst/>
            </a:prstGeom>
          </p:spPr>
          <p:txBody>
            <a:bodyPr anchor="ctr" rtlCol="false" tIns="50800" lIns="50800" bIns="50800" rIns="50800"/>
            <a:lstStyle/>
            <a:p>
              <a:pPr algn="ctr">
                <a:lnSpc>
                  <a:spcPts val="2659"/>
                </a:lnSpc>
              </a:pPr>
            </a:p>
          </p:txBody>
        </p:sp>
      </p:grpSp>
      <p:sp>
        <p:nvSpPr>
          <p:cNvPr name="TextBox 25" id="25"/>
          <p:cNvSpPr txBox="true"/>
          <p:nvPr/>
        </p:nvSpPr>
        <p:spPr>
          <a:xfrm rot="0">
            <a:off x="2160376" y="7720041"/>
            <a:ext cx="3007705" cy="319099"/>
          </a:xfrm>
          <a:prstGeom prst="rect">
            <a:avLst/>
          </a:prstGeom>
        </p:spPr>
        <p:txBody>
          <a:bodyPr anchor="t" rtlCol="false" tIns="0" lIns="0" bIns="0" rIns="0">
            <a:spAutoFit/>
          </a:bodyPr>
          <a:lstStyle/>
          <a:p>
            <a:pPr algn="ctr">
              <a:lnSpc>
                <a:spcPts val="2365"/>
              </a:lnSpc>
            </a:pPr>
            <a:r>
              <a:rPr lang="en-US" sz="2190">
                <a:solidFill>
                  <a:srgbClr val="1C2120"/>
                </a:solidFill>
                <a:latin typeface="Poppins"/>
                <a:ea typeface="Poppins"/>
                <a:cs typeface="Poppins"/>
                <a:sym typeface="Poppins"/>
              </a:rPr>
              <a:t>Exploring creativity</a:t>
            </a:r>
          </a:p>
        </p:txBody>
      </p:sp>
      <p:sp>
        <p:nvSpPr>
          <p:cNvPr id="26" name="TextBox 25"/>
          <p:cNvSpPr txBox="1"/>
          <p:nvPr/>
        </p:nvSpPr>
        <p:spPr>
          <a:xfrm>
            <a:off x="914400" y="1371600"/>
            <a:ext cx="7315200" cy="4114800"/>
          </a:xfrm>
          <a:prstGeom prst="rect">
            <a:avLst/>
          </a:prstGeom>
          <a:noFill/>
        </p:spPr>
        <p:txBody>
          <a:bodyPr wrap="none">
            <a:spAutoFit/>
          </a:bodyPr>
          <a:lstStyle/>
          <a:p>
            <a:pPr>
              <a:defRPr sz="1800"/>
            </a:pPr>
            <a:r>
              <a:t>The primary ingredients for photosynthesis are sunlight, water, and carbon dioxide – these are the building blocks for the food plants need to thrive.</a:t>
            </a:r>
          </a:p>
          <a:p>
            <a:pPr>
              <a:defRPr sz="1800"/>
            </a:pPr>
            <a:r>
              <a:t>Plants absorb water through their roots, which travels up the stem to the leaves, and carbon dioxide from the air through tiny pores called stomata.</a:t>
            </a:r>
          </a:p>
          <a:p>
            <a:pPr>
              <a:defRPr sz="1800"/>
            </a:pPr>
            <a:r>
              <a:t>Sunlight provides the energy needed to drive the chemical reactions within the plant cells, transforming water and carbon dioxide into glucose.</a:t>
            </a:r>
          </a:p>
          <a:p>
            <a:pPr lvl="1">
              <a:defRPr sz="1200" i="1">
                <a:solidFill>
                  <a:srgbClr val="787878"/>
                </a:solidFill>
              </a:defRPr>
            </a:pPr>
            <a:r>
              <a:t>[Image placeholder] Ingredients for Photosynthesis</a:t>
            </a:r>
          </a:p>
        </p:txBody>
      </p:sp>
      <p:pic>
        <p:nvPicPr>
          <p:cNvPr id="27" name="Picture 26" descr="_ppt_tmp_image.png"/>
          <p:cNvPicPr>
            <a:picLocks noChangeAspect="1"/>
          </p:cNvPicPr>
          <p:nvPr/>
        </p:nvPicPr>
        <p:blipFill>
          <a:blip r:embed="rId8"/>
          <a:stretch>
            <a:fillRect/>
          </a:stretch>
        </p:blipFill>
        <p:spPr>
          <a:xfrm>
            <a:off x="5486400" y="1828800"/>
            <a:ext cx="2743200" cy="1831340"/>
          </a:xfrm>
          <a:prstGeom prst="rect">
            <a:avLst/>
          </a:prstGeom>
        </p:spPr>
      </p:pic>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550429" y="2486361"/>
            <a:ext cx="6587404" cy="6587404"/>
          </a:xfrm>
          <a:custGeom>
            <a:avLst/>
            <a:gdLst/>
            <a:ahLst/>
            <a:cxnLst/>
            <a:rect r="r" b="b" t="t" l="l"/>
            <a:pathLst>
              <a:path h="6587404" w="6587404">
                <a:moveTo>
                  <a:pt x="0" y="0"/>
                </a:moveTo>
                <a:lnTo>
                  <a:pt x="6587404" y="0"/>
                </a:lnTo>
                <a:lnTo>
                  <a:pt x="6587404" y="6587404"/>
                </a:lnTo>
                <a:lnTo>
                  <a:pt x="0" y="65874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311903" y="3956783"/>
            <a:ext cx="2333479" cy="582575"/>
            <a:chOff x="0" y="0"/>
            <a:chExt cx="614579" cy="153435"/>
          </a:xfrm>
        </p:grpSpPr>
        <p:sp>
          <p:nvSpPr>
            <p:cNvPr name="Freeform 4" id="4"/>
            <p:cNvSpPr/>
            <p:nvPr/>
          </p:nvSpPr>
          <p:spPr>
            <a:xfrm flipH="false" flipV="false" rot="0">
              <a:off x="0" y="0"/>
              <a:ext cx="614579" cy="153435"/>
            </a:xfrm>
            <a:custGeom>
              <a:avLst/>
              <a:gdLst/>
              <a:ahLst/>
              <a:cxnLst/>
              <a:rect r="r" b="b" t="t" l="l"/>
              <a:pathLst>
                <a:path h="153435" w="614579">
                  <a:moveTo>
                    <a:pt x="76718" y="0"/>
                  </a:moveTo>
                  <a:lnTo>
                    <a:pt x="537861" y="0"/>
                  </a:lnTo>
                  <a:cubicBezTo>
                    <a:pt x="558208" y="0"/>
                    <a:pt x="577721" y="8083"/>
                    <a:pt x="592109" y="22470"/>
                  </a:cubicBezTo>
                  <a:cubicBezTo>
                    <a:pt x="606496" y="36857"/>
                    <a:pt x="614579" y="56371"/>
                    <a:pt x="614579" y="76718"/>
                  </a:cubicBezTo>
                  <a:lnTo>
                    <a:pt x="614579" y="76718"/>
                  </a:lnTo>
                  <a:cubicBezTo>
                    <a:pt x="614579" y="97064"/>
                    <a:pt x="606496" y="116578"/>
                    <a:pt x="592109" y="130965"/>
                  </a:cubicBezTo>
                  <a:cubicBezTo>
                    <a:pt x="577721" y="145353"/>
                    <a:pt x="558208" y="153435"/>
                    <a:pt x="537861" y="153435"/>
                  </a:cubicBezTo>
                  <a:lnTo>
                    <a:pt x="76718" y="153435"/>
                  </a:lnTo>
                  <a:cubicBezTo>
                    <a:pt x="56371" y="153435"/>
                    <a:pt x="36857" y="145353"/>
                    <a:pt x="22470" y="130965"/>
                  </a:cubicBezTo>
                  <a:cubicBezTo>
                    <a:pt x="8083" y="116578"/>
                    <a:pt x="0" y="97064"/>
                    <a:pt x="0" y="76718"/>
                  </a:cubicBezTo>
                  <a:lnTo>
                    <a:pt x="0" y="76718"/>
                  </a:lnTo>
                  <a:cubicBezTo>
                    <a:pt x="0" y="56371"/>
                    <a:pt x="8083" y="36857"/>
                    <a:pt x="22470" y="22470"/>
                  </a:cubicBezTo>
                  <a:cubicBezTo>
                    <a:pt x="36857" y="8083"/>
                    <a:pt x="56371" y="0"/>
                    <a:pt x="76718" y="0"/>
                  </a:cubicBezTo>
                  <a:close/>
                </a:path>
              </a:pathLst>
            </a:custGeom>
            <a:solidFill>
              <a:srgbClr val="AAD7D4"/>
            </a:solidFill>
          </p:spPr>
        </p:sp>
        <p:sp>
          <p:nvSpPr>
            <p:cNvPr name="TextBox 5" id="5"/>
            <p:cNvSpPr txBox="true"/>
            <p:nvPr/>
          </p:nvSpPr>
          <p:spPr>
            <a:xfrm>
              <a:off x="0" y="-38100"/>
              <a:ext cx="614579" cy="191535"/>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311903" y="7214501"/>
            <a:ext cx="2333479" cy="582575"/>
            <a:chOff x="0" y="0"/>
            <a:chExt cx="614579" cy="153435"/>
          </a:xfrm>
        </p:grpSpPr>
        <p:sp>
          <p:nvSpPr>
            <p:cNvPr name="Freeform 7" id="7"/>
            <p:cNvSpPr/>
            <p:nvPr/>
          </p:nvSpPr>
          <p:spPr>
            <a:xfrm flipH="false" flipV="false" rot="0">
              <a:off x="0" y="0"/>
              <a:ext cx="614579" cy="153435"/>
            </a:xfrm>
            <a:custGeom>
              <a:avLst/>
              <a:gdLst/>
              <a:ahLst/>
              <a:cxnLst/>
              <a:rect r="r" b="b" t="t" l="l"/>
              <a:pathLst>
                <a:path h="153435" w="614579">
                  <a:moveTo>
                    <a:pt x="76718" y="0"/>
                  </a:moveTo>
                  <a:lnTo>
                    <a:pt x="537861" y="0"/>
                  </a:lnTo>
                  <a:cubicBezTo>
                    <a:pt x="558208" y="0"/>
                    <a:pt x="577721" y="8083"/>
                    <a:pt x="592109" y="22470"/>
                  </a:cubicBezTo>
                  <a:cubicBezTo>
                    <a:pt x="606496" y="36857"/>
                    <a:pt x="614579" y="56371"/>
                    <a:pt x="614579" y="76718"/>
                  </a:cubicBezTo>
                  <a:lnTo>
                    <a:pt x="614579" y="76718"/>
                  </a:lnTo>
                  <a:cubicBezTo>
                    <a:pt x="614579" y="97064"/>
                    <a:pt x="606496" y="116578"/>
                    <a:pt x="592109" y="130965"/>
                  </a:cubicBezTo>
                  <a:cubicBezTo>
                    <a:pt x="577721" y="145353"/>
                    <a:pt x="558208" y="153435"/>
                    <a:pt x="537861" y="153435"/>
                  </a:cubicBezTo>
                  <a:lnTo>
                    <a:pt x="76718" y="153435"/>
                  </a:lnTo>
                  <a:cubicBezTo>
                    <a:pt x="56371" y="153435"/>
                    <a:pt x="36857" y="145353"/>
                    <a:pt x="22470" y="130965"/>
                  </a:cubicBezTo>
                  <a:cubicBezTo>
                    <a:pt x="8083" y="116578"/>
                    <a:pt x="0" y="97064"/>
                    <a:pt x="0" y="76718"/>
                  </a:cubicBezTo>
                  <a:lnTo>
                    <a:pt x="0" y="76718"/>
                  </a:lnTo>
                  <a:cubicBezTo>
                    <a:pt x="0" y="56371"/>
                    <a:pt x="8083" y="36857"/>
                    <a:pt x="22470" y="22470"/>
                  </a:cubicBezTo>
                  <a:cubicBezTo>
                    <a:pt x="36857" y="8083"/>
                    <a:pt x="56371" y="0"/>
                    <a:pt x="76718" y="0"/>
                  </a:cubicBezTo>
                  <a:close/>
                </a:path>
              </a:pathLst>
            </a:custGeom>
            <a:solidFill>
              <a:srgbClr val="AAD7D4"/>
            </a:solidFill>
          </p:spPr>
        </p:sp>
        <p:sp>
          <p:nvSpPr>
            <p:cNvPr name="TextBox 8" id="8"/>
            <p:cNvSpPr txBox="true"/>
            <p:nvPr/>
          </p:nvSpPr>
          <p:spPr>
            <a:xfrm>
              <a:off x="0" y="-38100"/>
              <a:ext cx="614579" cy="191535"/>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3489830" y="3794858"/>
            <a:ext cx="2333479" cy="582575"/>
            <a:chOff x="0" y="0"/>
            <a:chExt cx="614579" cy="153435"/>
          </a:xfrm>
        </p:grpSpPr>
        <p:sp>
          <p:nvSpPr>
            <p:cNvPr name="Freeform 10" id="10"/>
            <p:cNvSpPr/>
            <p:nvPr/>
          </p:nvSpPr>
          <p:spPr>
            <a:xfrm flipH="false" flipV="false" rot="0">
              <a:off x="0" y="0"/>
              <a:ext cx="614579" cy="153435"/>
            </a:xfrm>
            <a:custGeom>
              <a:avLst/>
              <a:gdLst/>
              <a:ahLst/>
              <a:cxnLst/>
              <a:rect r="r" b="b" t="t" l="l"/>
              <a:pathLst>
                <a:path h="153435" w="614579">
                  <a:moveTo>
                    <a:pt x="76718" y="0"/>
                  </a:moveTo>
                  <a:lnTo>
                    <a:pt x="537861" y="0"/>
                  </a:lnTo>
                  <a:cubicBezTo>
                    <a:pt x="558208" y="0"/>
                    <a:pt x="577721" y="8083"/>
                    <a:pt x="592109" y="22470"/>
                  </a:cubicBezTo>
                  <a:cubicBezTo>
                    <a:pt x="606496" y="36857"/>
                    <a:pt x="614579" y="56371"/>
                    <a:pt x="614579" y="76718"/>
                  </a:cubicBezTo>
                  <a:lnTo>
                    <a:pt x="614579" y="76718"/>
                  </a:lnTo>
                  <a:cubicBezTo>
                    <a:pt x="614579" y="97064"/>
                    <a:pt x="606496" y="116578"/>
                    <a:pt x="592109" y="130965"/>
                  </a:cubicBezTo>
                  <a:cubicBezTo>
                    <a:pt x="577721" y="145353"/>
                    <a:pt x="558208" y="153435"/>
                    <a:pt x="537861" y="153435"/>
                  </a:cubicBezTo>
                  <a:lnTo>
                    <a:pt x="76718" y="153435"/>
                  </a:lnTo>
                  <a:cubicBezTo>
                    <a:pt x="56371" y="153435"/>
                    <a:pt x="36857" y="145353"/>
                    <a:pt x="22470" y="130965"/>
                  </a:cubicBezTo>
                  <a:cubicBezTo>
                    <a:pt x="8083" y="116578"/>
                    <a:pt x="0" y="97064"/>
                    <a:pt x="0" y="76718"/>
                  </a:cubicBezTo>
                  <a:lnTo>
                    <a:pt x="0" y="76718"/>
                  </a:lnTo>
                  <a:cubicBezTo>
                    <a:pt x="0" y="56371"/>
                    <a:pt x="8083" y="36857"/>
                    <a:pt x="22470" y="22470"/>
                  </a:cubicBezTo>
                  <a:cubicBezTo>
                    <a:pt x="36857" y="8083"/>
                    <a:pt x="56371" y="0"/>
                    <a:pt x="76718" y="0"/>
                  </a:cubicBezTo>
                  <a:close/>
                </a:path>
              </a:pathLst>
            </a:custGeom>
            <a:solidFill>
              <a:srgbClr val="AAD7D4"/>
            </a:solidFill>
          </p:spPr>
        </p:sp>
        <p:sp>
          <p:nvSpPr>
            <p:cNvPr name="TextBox 11" id="11"/>
            <p:cNvSpPr txBox="true"/>
            <p:nvPr/>
          </p:nvSpPr>
          <p:spPr>
            <a:xfrm>
              <a:off x="0" y="-38100"/>
              <a:ext cx="614579" cy="191535"/>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3489830" y="7052576"/>
            <a:ext cx="2333479" cy="582575"/>
            <a:chOff x="0" y="0"/>
            <a:chExt cx="614579" cy="153435"/>
          </a:xfrm>
        </p:grpSpPr>
        <p:sp>
          <p:nvSpPr>
            <p:cNvPr name="Freeform 13" id="13"/>
            <p:cNvSpPr/>
            <p:nvPr/>
          </p:nvSpPr>
          <p:spPr>
            <a:xfrm flipH="false" flipV="false" rot="0">
              <a:off x="0" y="0"/>
              <a:ext cx="614579" cy="153435"/>
            </a:xfrm>
            <a:custGeom>
              <a:avLst/>
              <a:gdLst/>
              <a:ahLst/>
              <a:cxnLst/>
              <a:rect r="r" b="b" t="t" l="l"/>
              <a:pathLst>
                <a:path h="153435" w="614579">
                  <a:moveTo>
                    <a:pt x="76718" y="0"/>
                  </a:moveTo>
                  <a:lnTo>
                    <a:pt x="537861" y="0"/>
                  </a:lnTo>
                  <a:cubicBezTo>
                    <a:pt x="558208" y="0"/>
                    <a:pt x="577721" y="8083"/>
                    <a:pt x="592109" y="22470"/>
                  </a:cubicBezTo>
                  <a:cubicBezTo>
                    <a:pt x="606496" y="36857"/>
                    <a:pt x="614579" y="56371"/>
                    <a:pt x="614579" y="76718"/>
                  </a:cubicBezTo>
                  <a:lnTo>
                    <a:pt x="614579" y="76718"/>
                  </a:lnTo>
                  <a:cubicBezTo>
                    <a:pt x="614579" y="97064"/>
                    <a:pt x="606496" y="116578"/>
                    <a:pt x="592109" y="130965"/>
                  </a:cubicBezTo>
                  <a:cubicBezTo>
                    <a:pt x="577721" y="145353"/>
                    <a:pt x="558208" y="153435"/>
                    <a:pt x="537861" y="153435"/>
                  </a:cubicBezTo>
                  <a:lnTo>
                    <a:pt x="76718" y="153435"/>
                  </a:lnTo>
                  <a:cubicBezTo>
                    <a:pt x="56371" y="153435"/>
                    <a:pt x="36857" y="145353"/>
                    <a:pt x="22470" y="130965"/>
                  </a:cubicBezTo>
                  <a:cubicBezTo>
                    <a:pt x="8083" y="116578"/>
                    <a:pt x="0" y="97064"/>
                    <a:pt x="0" y="76718"/>
                  </a:cubicBezTo>
                  <a:lnTo>
                    <a:pt x="0" y="76718"/>
                  </a:lnTo>
                  <a:cubicBezTo>
                    <a:pt x="0" y="56371"/>
                    <a:pt x="8083" y="36857"/>
                    <a:pt x="22470" y="22470"/>
                  </a:cubicBezTo>
                  <a:cubicBezTo>
                    <a:pt x="36857" y="8083"/>
                    <a:pt x="56371" y="0"/>
                    <a:pt x="76718" y="0"/>
                  </a:cubicBezTo>
                  <a:close/>
                </a:path>
              </a:pathLst>
            </a:custGeom>
            <a:solidFill>
              <a:srgbClr val="AAD7D4"/>
            </a:solidFill>
          </p:spPr>
        </p:sp>
        <p:sp>
          <p:nvSpPr>
            <p:cNvPr name="TextBox 14" id="14"/>
            <p:cNvSpPr txBox="true"/>
            <p:nvPr/>
          </p:nvSpPr>
          <p:spPr>
            <a:xfrm>
              <a:off x="0" y="-38100"/>
              <a:ext cx="614579" cy="191535"/>
            </a:xfrm>
            <a:prstGeom prst="rect">
              <a:avLst/>
            </a:prstGeom>
          </p:spPr>
          <p:txBody>
            <a:bodyPr anchor="ctr" rtlCol="false" tIns="50800" lIns="50800" bIns="50800" rIns="50800"/>
            <a:lstStyle/>
            <a:p>
              <a:pPr algn="ctr">
                <a:lnSpc>
                  <a:spcPts val="2659"/>
                </a:lnSpc>
              </a:pPr>
            </a:p>
          </p:txBody>
        </p:sp>
      </p:grpSp>
      <p:sp>
        <p:nvSpPr>
          <p:cNvPr name="TextBox 15" id="15"/>
          <p:cNvSpPr txBox="true"/>
          <p:nvPr/>
        </p:nvSpPr>
        <p:spPr>
          <a:xfrm rot="0">
            <a:off x="4844604" y="769456"/>
            <a:ext cx="7999053" cy="1231444"/>
          </a:xfrm>
          <a:prstGeom prst="rect">
            <a:avLst/>
          </a:prstGeom>
        </p:spPr>
        <p:txBody>
          <a:bodyPr anchor="t" rtlCol="false" tIns="0" lIns="0" bIns="0" rIns="0">
            <a:spAutoFit/>
          </a:bodyPr>
          <a:lstStyle/>
          <a:p>
            <a:pPr algn="ctr">
              <a:lnSpc>
                <a:spcPts val="9049"/>
              </a:lnSpc>
            </a:pPr>
            <a:r>
              <a:rPr lang="en-US" b="true" sz="7938">
                <a:solidFill>
                  <a:srgbClr val="1C2120"/>
                </a:solidFill>
                <a:latin typeface="Poppins Bold"/>
                <a:ea typeface="Poppins Bold"/>
                <a:cs typeface="Poppins Bold"/>
                <a:sym typeface="Poppins Bold"/>
              </a:rPr>
              <a:t>Infographic</a:t>
            </a:r>
          </a:p>
        </p:txBody>
      </p:sp>
      <p:sp>
        <p:nvSpPr>
          <p:cNvPr name="TextBox 16" id="16"/>
          <p:cNvSpPr txBox="true"/>
          <p:nvPr/>
        </p:nvSpPr>
        <p:spPr>
          <a:xfrm rot="0">
            <a:off x="1311903" y="2665220"/>
            <a:ext cx="2178165" cy="1120112"/>
          </a:xfrm>
          <a:prstGeom prst="rect">
            <a:avLst/>
          </a:prstGeom>
        </p:spPr>
        <p:txBody>
          <a:bodyPr anchor="t" rtlCol="false" tIns="0" lIns="0" bIns="0" rIns="0">
            <a:spAutoFit/>
          </a:bodyPr>
          <a:lstStyle/>
          <a:p>
            <a:pPr algn="l">
              <a:lnSpc>
                <a:spcPts val="8282"/>
              </a:lnSpc>
            </a:pPr>
            <a:r>
              <a:rPr lang="en-US" sz="7265" b="true">
                <a:solidFill>
                  <a:srgbClr val="1C2120"/>
                </a:solidFill>
                <a:latin typeface="Poppins Bold"/>
                <a:ea typeface="Poppins Bold"/>
                <a:cs typeface="Poppins Bold"/>
                <a:sym typeface="Poppins Bold"/>
              </a:rPr>
              <a:t>70k</a:t>
            </a:r>
          </a:p>
        </p:txBody>
      </p:sp>
      <p:sp>
        <p:nvSpPr>
          <p:cNvPr name="TextBox 17" id="17"/>
          <p:cNvSpPr txBox="true"/>
          <p:nvPr/>
        </p:nvSpPr>
        <p:spPr>
          <a:xfrm rot="0">
            <a:off x="1393908" y="4106822"/>
            <a:ext cx="2169471" cy="282496"/>
          </a:xfrm>
          <a:prstGeom prst="rect">
            <a:avLst/>
          </a:prstGeom>
        </p:spPr>
        <p:txBody>
          <a:bodyPr anchor="t" rtlCol="false" tIns="0" lIns="0" bIns="0" rIns="0">
            <a:spAutoFit/>
          </a:bodyPr>
          <a:lstStyle/>
          <a:p>
            <a:pPr algn="ctr">
              <a:lnSpc>
                <a:spcPts val="2033"/>
              </a:lnSpc>
            </a:pPr>
            <a:r>
              <a:rPr lang="en-US" sz="1883">
                <a:solidFill>
                  <a:srgbClr val="1C2120"/>
                </a:solidFill>
                <a:latin typeface="Poppins"/>
                <a:ea typeface="Poppins"/>
                <a:cs typeface="Poppins"/>
                <a:sym typeface="Poppins"/>
              </a:rPr>
              <a:t>Management</a:t>
            </a:r>
          </a:p>
        </p:txBody>
      </p:sp>
      <p:sp>
        <p:nvSpPr>
          <p:cNvPr name="TextBox 18" id="18"/>
          <p:cNvSpPr txBox="true"/>
          <p:nvPr/>
        </p:nvSpPr>
        <p:spPr>
          <a:xfrm rot="0">
            <a:off x="1311903" y="4682232"/>
            <a:ext cx="3658314" cy="935906"/>
          </a:xfrm>
          <a:prstGeom prst="rect">
            <a:avLst/>
          </a:prstGeom>
        </p:spPr>
        <p:txBody>
          <a:bodyPr anchor="t" rtlCol="false" tIns="0" lIns="0" bIns="0" rIns="0">
            <a:spAutoFit/>
          </a:bodyPr>
          <a:lstStyle/>
          <a:p>
            <a:pPr algn="l" marL="0" indent="0" lvl="0">
              <a:lnSpc>
                <a:spcPts val="2541"/>
              </a:lnSpc>
              <a:spcBef>
                <a:spcPct val="0"/>
              </a:spcBef>
            </a:pPr>
            <a:r>
              <a:rPr lang="en-US" sz="1882" spc="112" u="none">
                <a:solidFill>
                  <a:srgbClr val="000000"/>
                </a:solidFill>
                <a:latin typeface="DM Sans"/>
                <a:ea typeface="DM Sans"/>
                <a:cs typeface="DM Sans"/>
                <a:sym typeface="DM Sans"/>
              </a:rPr>
              <a:t>Lorem ipsum dolor sit amet, consectetur adipiscing elit, sed do eiusmod tempor </a:t>
            </a:r>
          </a:p>
        </p:txBody>
      </p:sp>
      <p:sp>
        <p:nvSpPr>
          <p:cNvPr name="TextBox 19" id="19"/>
          <p:cNvSpPr txBox="true"/>
          <p:nvPr/>
        </p:nvSpPr>
        <p:spPr>
          <a:xfrm rot="0">
            <a:off x="1311903" y="5922938"/>
            <a:ext cx="2178165" cy="1120112"/>
          </a:xfrm>
          <a:prstGeom prst="rect">
            <a:avLst/>
          </a:prstGeom>
        </p:spPr>
        <p:txBody>
          <a:bodyPr anchor="t" rtlCol="false" tIns="0" lIns="0" bIns="0" rIns="0">
            <a:spAutoFit/>
          </a:bodyPr>
          <a:lstStyle/>
          <a:p>
            <a:pPr algn="l">
              <a:lnSpc>
                <a:spcPts val="8282"/>
              </a:lnSpc>
            </a:pPr>
            <a:r>
              <a:rPr lang="en-US" sz="7265" b="true">
                <a:solidFill>
                  <a:srgbClr val="1C2120"/>
                </a:solidFill>
                <a:latin typeface="Poppins Bold"/>
                <a:ea typeface="Poppins Bold"/>
                <a:cs typeface="Poppins Bold"/>
                <a:sym typeface="Poppins Bold"/>
              </a:rPr>
              <a:t>70k</a:t>
            </a:r>
          </a:p>
        </p:txBody>
      </p:sp>
      <p:sp>
        <p:nvSpPr>
          <p:cNvPr name="TextBox 20" id="20"/>
          <p:cNvSpPr txBox="true"/>
          <p:nvPr/>
        </p:nvSpPr>
        <p:spPr>
          <a:xfrm rot="0">
            <a:off x="1393908" y="7364540"/>
            <a:ext cx="2169471" cy="282496"/>
          </a:xfrm>
          <a:prstGeom prst="rect">
            <a:avLst/>
          </a:prstGeom>
        </p:spPr>
        <p:txBody>
          <a:bodyPr anchor="t" rtlCol="false" tIns="0" lIns="0" bIns="0" rIns="0">
            <a:spAutoFit/>
          </a:bodyPr>
          <a:lstStyle/>
          <a:p>
            <a:pPr algn="ctr">
              <a:lnSpc>
                <a:spcPts val="2033"/>
              </a:lnSpc>
            </a:pPr>
            <a:r>
              <a:rPr lang="en-US" sz="1883">
                <a:solidFill>
                  <a:srgbClr val="1C2120"/>
                </a:solidFill>
                <a:latin typeface="Poppins"/>
                <a:ea typeface="Poppins"/>
                <a:cs typeface="Poppins"/>
                <a:sym typeface="Poppins"/>
              </a:rPr>
              <a:t>Management</a:t>
            </a:r>
          </a:p>
        </p:txBody>
      </p:sp>
      <p:sp>
        <p:nvSpPr>
          <p:cNvPr name="TextBox 21" id="21"/>
          <p:cNvSpPr txBox="true"/>
          <p:nvPr/>
        </p:nvSpPr>
        <p:spPr>
          <a:xfrm rot="0">
            <a:off x="1311903" y="7939950"/>
            <a:ext cx="3658314" cy="935906"/>
          </a:xfrm>
          <a:prstGeom prst="rect">
            <a:avLst/>
          </a:prstGeom>
        </p:spPr>
        <p:txBody>
          <a:bodyPr anchor="t" rtlCol="false" tIns="0" lIns="0" bIns="0" rIns="0">
            <a:spAutoFit/>
          </a:bodyPr>
          <a:lstStyle/>
          <a:p>
            <a:pPr algn="l" marL="0" indent="0" lvl="0">
              <a:lnSpc>
                <a:spcPts val="2541"/>
              </a:lnSpc>
              <a:spcBef>
                <a:spcPct val="0"/>
              </a:spcBef>
            </a:pPr>
            <a:r>
              <a:rPr lang="en-US" sz="1882" spc="112" u="none">
                <a:solidFill>
                  <a:srgbClr val="000000"/>
                </a:solidFill>
                <a:latin typeface="DM Sans"/>
                <a:ea typeface="DM Sans"/>
                <a:cs typeface="DM Sans"/>
                <a:sym typeface="DM Sans"/>
              </a:rPr>
              <a:t>Lorem ipsum dolor sit amet, consectetur adipiscing elit, sed do eiusmod tempor </a:t>
            </a:r>
          </a:p>
        </p:txBody>
      </p:sp>
      <p:sp>
        <p:nvSpPr>
          <p:cNvPr name="TextBox 22" id="22"/>
          <p:cNvSpPr txBox="true"/>
          <p:nvPr/>
        </p:nvSpPr>
        <p:spPr>
          <a:xfrm rot="0">
            <a:off x="13489830" y="2503295"/>
            <a:ext cx="2178165" cy="1120112"/>
          </a:xfrm>
          <a:prstGeom prst="rect">
            <a:avLst/>
          </a:prstGeom>
        </p:spPr>
        <p:txBody>
          <a:bodyPr anchor="t" rtlCol="false" tIns="0" lIns="0" bIns="0" rIns="0">
            <a:spAutoFit/>
          </a:bodyPr>
          <a:lstStyle/>
          <a:p>
            <a:pPr algn="l">
              <a:lnSpc>
                <a:spcPts val="8282"/>
              </a:lnSpc>
            </a:pPr>
            <a:r>
              <a:rPr lang="en-US" sz="7265" b="true">
                <a:solidFill>
                  <a:srgbClr val="1C2120"/>
                </a:solidFill>
                <a:latin typeface="Poppins Bold"/>
                <a:ea typeface="Poppins Bold"/>
                <a:cs typeface="Poppins Bold"/>
                <a:sym typeface="Poppins Bold"/>
              </a:rPr>
              <a:t>70k</a:t>
            </a:r>
          </a:p>
        </p:txBody>
      </p:sp>
      <p:sp>
        <p:nvSpPr>
          <p:cNvPr name="TextBox 23" id="23"/>
          <p:cNvSpPr txBox="true"/>
          <p:nvPr/>
        </p:nvSpPr>
        <p:spPr>
          <a:xfrm rot="0">
            <a:off x="13571834" y="3944897"/>
            <a:ext cx="2169471" cy="282496"/>
          </a:xfrm>
          <a:prstGeom prst="rect">
            <a:avLst/>
          </a:prstGeom>
        </p:spPr>
        <p:txBody>
          <a:bodyPr anchor="t" rtlCol="false" tIns="0" lIns="0" bIns="0" rIns="0">
            <a:spAutoFit/>
          </a:bodyPr>
          <a:lstStyle/>
          <a:p>
            <a:pPr algn="ctr">
              <a:lnSpc>
                <a:spcPts val="2033"/>
              </a:lnSpc>
            </a:pPr>
            <a:r>
              <a:rPr lang="en-US" sz="1883">
                <a:solidFill>
                  <a:srgbClr val="1C2120"/>
                </a:solidFill>
                <a:latin typeface="Poppins"/>
                <a:ea typeface="Poppins"/>
                <a:cs typeface="Poppins"/>
                <a:sym typeface="Poppins"/>
              </a:rPr>
              <a:t>Management</a:t>
            </a:r>
          </a:p>
        </p:txBody>
      </p:sp>
      <p:sp>
        <p:nvSpPr>
          <p:cNvPr name="TextBox 24" id="24"/>
          <p:cNvSpPr txBox="true"/>
          <p:nvPr/>
        </p:nvSpPr>
        <p:spPr>
          <a:xfrm rot="0">
            <a:off x="13489830" y="4520307"/>
            <a:ext cx="3658314" cy="935906"/>
          </a:xfrm>
          <a:prstGeom prst="rect">
            <a:avLst/>
          </a:prstGeom>
        </p:spPr>
        <p:txBody>
          <a:bodyPr anchor="t" rtlCol="false" tIns="0" lIns="0" bIns="0" rIns="0">
            <a:spAutoFit/>
          </a:bodyPr>
          <a:lstStyle/>
          <a:p>
            <a:pPr algn="l" marL="0" indent="0" lvl="0">
              <a:lnSpc>
                <a:spcPts val="2541"/>
              </a:lnSpc>
              <a:spcBef>
                <a:spcPct val="0"/>
              </a:spcBef>
            </a:pPr>
            <a:r>
              <a:rPr lang="en-US" sz="1882" spc="112" u="none">
                <a:solidFill>
                  <a:srgbClr val="000000"/>
                </a:solidFill>
                <a:latin typeface="DM Sans"/>
                <a:ea typeface="DM Sans"/>
                <a:cs typeface="DM Sans"/>
                <a:sym typeface="DM Sans"/>
              </a:rPr>
              <a:t>Lorem ipsum dolor sit amet, consectetur adipiscing elit, sed do eiusmod tempor </a:t>
            </a:r>
          </a:p>
        </p:txBody>
      </p:sp>
      <p:sp>
        <p:nvSpPr>
          <p:cNvPr name="TextBox 25" id="25"/>
          <p:cNvSpPr txBox="true"/>
          <p:nvPr/>
        </p:nvSpPr>
        <p:spPr>
          <a:xfrm rot="0">
            <a:off x="13489830" y="5761013"/>
            <a:ext cx="2178165" cy="1120112"/>
          </a:xfrm>
          <a:prstGeom prst="rect">
            <a:avLst/>
          </a:prstGeom>
        </p:spPr>
        <p:txBody>
          <a:bodyPr anchor="t" rtlCol="false" tIns="0" lIns="0" bIns="0" rIns="0">
            <a:spAutoFit/>
          </a:bodyPr>
          <a:lstStyle/>
          <a:p>
            <a:pPr algn="l">
              <a:lnSpc>
                <a:spcPts val="8282"/>
              </a:lnSpc>
            </a:pPr>
            <a:r>
              <a:rPr lang="en-US" sz="7265" b="true">
                <a:solidFill>
                  <a:srgbClr val="1C2120"/>
                </a:solidFill>
                <a:latin typeface="Poppins Bold"/>
                <a:ea typeface="Poppins Bold"/>
                <a:cs typeface="Poppins Bold"/>
                <a:sym typeface="Poppins Bold"/>
              </a:rPr>
              <a:t>70k</a:t>
            </a:r>
          </a:p>
        </p:txBody>
      </p:sp>
      <p:sp>
        <p:nvSpPr>
          <p:cNvPr name="TextBox 26" id="26"/>
          <p:cNvSpPr txBox="true"/>
          <p:nvPr/>
        </p:nvSpPr>
        <p:spPr>
          <a:xfrm rot="0">
            <a:off x="13571834" y="7202615"/>
            <a:ext cx="2169471" cy="282496"/>
          </a:xfrm>
          <a:prstGeom prst="rect">
            <a:avLst/>
          </a:prstGeom>
        </p:spPr>
        <p:txBody>
          <a:bodyPr anchor="t" rtlCol="false" tIns="0" lIns="0" bIns="0" rIns="0">
            <a:spAutoFit/>
          </a:bodyPr>
          <a:lstStyle/>
          <a:p>
            <a:pPr algn="ctr">
              <a:lnSpc>
                <a:spcPts val="2033"/>
              </a:lnSpc>
            </a:pPr>
            <a:r>
              <a:rPr lang="en-US" sz="1883">
                <a:solidFill>
                  <a:srgbClr val="1C2120"/>
                </a:solidFill>
                <a:latin typeface="Poppins"/>
                <a:ea typeface="Poppins"/>
                <a:cs typeface="Poppins"/>
                <a:sym typeface="Poppins"/>
              </a:rPr>
              <a:t>Management</a:t>
            </a:r>
          </a:p>
        </p:txBody>
      </p:sp>
      <p:sp>
        <p:nvSpPr>
          <p:cNvPr name="TextBox 27" id="27"/>
          <p:cNvSpPr txBox="true"/>
          <p:nvPr/>
        </p:nvSpPr>
        <p:spPr>
          <a:xfrm rot="0">
            <a:off x="13489830" y="7778025"/>
            <a:ext cx="3658314" cy="935906"/>
          </a:xfrm>
          <a:prstGeom prst="rect">
            <a:avLst/>
          </a:prstGeom>
        </p:spPr>
        <p:txBody>
          <a:bodyPr anchor="t" rtlCol="false" tIns="0" lIns="0" bIns="0" rIns="0">
            <a:spAutoFit/>
          </a:bodyPr>
          <a:lstStyle/>
          <a:p>
            <a:pPr algn="l" marL="0" indent="0" lvl="0">
              <a:lnSpc>
                <a:spcPts val="2541"/>
              </a:lnSpc>
              <a:spcBef>
                <a:spcPct val="0"/>
              </a:spcBef>
            </a:pPr>
            <a:r>
              <a:rPr lang="en-US" sz="1882" spc="112" u="none">
                <a:solidFill>
                  <a:srgbClr val="000000"/>
                </a:solidFill>
                <a:latin typeface="DM Sans"/>
                <a:ea typeface="DM Sans"/>
                <a:cs typeface="DM Sans"/>
                <a:sym typeface="DM Sans"/>
              </a:rPr>
              <a:t>Lorem ipsum dolor sit amet, consectetur adipiscing elit, sed do eiusmod tempor </a:t>
            </a:r>
          </a:p>
        </p:txBody>
      </p:sp>
      <p:sp>
        <p:nvSpPr>
          <p:cNvPr id="28" name="TextBox 27"/>
          <p:cNvSpPr txBox="1"/>
          <p:nvPr/>
        </p:nvSpPr>
        <p:spPr>
          <a:xfrm>
            <a:off x="914400" y="1371600"/>
            <a:ext cx="7315200" cy="4114800"/>
          </a:xfrm>
          <a:prstGeom prst="rect">
            <a:avLst/>
          </a:prstGeom>
          <a:noFill/>
        </p:spPr>
        <p:txBody>
          <a:bodyPr wrap="none">
            <a:spAutoFit/>
          </a:bodyPr>
          <a:lstStyle/>
          <a:p>
            <a:pPr>
              <a:defRPr sz="1800"/>
            </a:pPr>
            <a:r>
              <a:t>Chlorophyll is the green pigment found within chloroplasts, specialized organelles inside plant cells, that captures light energy.</a:t>
            </a:r>
          </a:p>
          <a:p>
            <a:pPr>
              <a:defRPr sz="1800"/>
            </a:pPr>
            <a:r>
              <a:t>This pigment absorbs specific wavelengths of light, primarily red and blue, which is why plants appear green to our eyes.</a:t>
            </a:r>
          </a:p>
          <a:p>
            <a:pPr>
              <a:defRPr sz="1800"/>
            </a:pPr>
            <a:r>
              <a:t>Chlorophyll’s structure is incredibly efficient at capturing sunlight, initiating the cascade of reactions that drive photosynthesis.</a:t>
            </a:r>
          </a:p>
          <a:p>
            <a:pPr lvl="1">
              <a:defRPr sz="1200" i="1">
                <a:solidFill>
                  <a:srgbClr val="787878"/>
                </a:solidFill>
              </a:defRPr>
            </a:pPr>
            <a:r>
              <a:t>[Image placeholder] The Process: Chlorophyll</a:t>
            </a:r>
          </a:p>
        </p:txBody>
      </p:sp>
      <p:pic>
        <p:nvPicPr>
          <p:cNvPr id="29" name="Picture 28" descr="_ppt_tmp_image.png"/>
          <p:cNvPicPr>
            <a:picLocks noChangeAspect="1"/>
          </p:cNvPicPr>
          <p:nvPr/>
        </p:nvPicPr>
        <p:blipFill>
          <a:blip r:embed="rId4"/>
          <a:stretch>
            <a:fillRect/>
          </a:stretch>
        </p:blipFill>
        <p:spPr>
          <a:xfrm>
            <a:off x="5486400" y="1828800"/>
            <a:ext cx="2743200" cy="1828800"/>
          </a:xfrm>
          <a:prstGeom prst="rect">
            <a:avLst/>
          </a:prstGeom>
        </p:spPr>
      </p:pic>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558798" y="2697161"/>
            <a:ext cx="4892678" cy="489267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31222" t="0" r="-69951" b="0"/>
              </a:stretch>
            </a:blipFill>
          </p:spPr>
        </p:sp>
      </p:grpSp>
      <p:grpSp>
        <p:nvGrpSpPr>
          <p:cNvPr name="Group 4" id="4"/>
          <p:cNvGrpSpPr/>
          <p:nvPr/>
        </p:nvGrpSpPr>
        <p:grpSpPr>
          <a:xfrm rot="0">
            <a:off x="12796261" y="1028700"/>
            <a:ext cx="1463216" cy="1463216"/>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AD7D4"/>
            </a:solidFill>
          </p:spPr>
        </p:sp>
        <p:sp>
          <p:nvSpPr>
            <p:cNvPr name="TextBox 6" id="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15567318" y="2697161"/>
            <a:ext cx="1463216" cy="1463216"/>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AD7D4"/>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5567318" y="5927221"/>
            <a:ext cx="1463216" cy="1463216"/>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AD7D4"/>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10028119" y="1639405"/>
            <a:ext cx="1463216" cy="1463216"/>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AD7D4"/>
            </a:soli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6" id="16"/>
          <p:cNvSpPr/>
          <p:nvPr/>
        </p:nvSpPr>
        <p:spPr>
          <a:xfrm flipH="false" flipV="false" rot="0">
            <a:off x="10388852" y="2066895"/>
            <a:ext cx="741751" cy="608236"/>
          </a:xfrm>
          <a:custGeom>
            <a:avLst/>
            <a:gdLst/>
            <a:ahLst/>
            <a:cxnLst/>
            <a:rect r="r" b="b" t="t" l="l"/>
            <a:pathLst>
              <a:path h="608236" w="741751">
                <a:moveTo>
                  <a:pt x="0" y="0"/>
                </a:moveTo>
                <a:lnTo>
                  <a:pt x="741751" y="0"/>
                </a:lnTo>
                <a:lnTo>
                  <a:pt x="741751" y="608236"/>
                </a:lnTo>
                <a:lnTo>
                  <a:pt x="0" y="60823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7" id="17"/>
          <p:cNvSpPr/>
          <p:nvPr/>
        </p:nvSpPr>
        <p:spPr>
          <a:xfrm flipH="false" flipV="false" rot="0">
            <a:off x="13175910" y="1332986"/>
            <a:ext cx="703917" cy="854645"/>
          </a:xfrm>
          <a:custGeom>
            <a:avLst/>
            <a:gdLst/>
            <a:ahLst/>
            <a:cxnLst/>
            <a:rect r="r" b="b" t="t" l="l"/>
            <a:pathLst>
              <a:path h="854645" w="703917">
                <a:moveTo>
                  <a:pt x="0" y="0"/>
                </a:moveTo>
                <a:lnTo>
                  <a:pt x="703917" y="0"/>
                </a:lnTo>
                <a:lnTo>
                  <a:pt x="703917" y="854645"/>
                </a:lnTo>
                <a:lnTo>
                  <a:pt x="0" y="85464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8" id="18"/>
          <p:cNvSpPr/>
          <p:nvPr/>
        </p:nvSpPr>
        <p:spPr>
          <a:xfrm flipH="false" flipV="false" rot="0">
            <a:off x="15804764" y="3102622"/>
            <a:ext cx="988326" cy="652295"/>
          </a:xfrm>
          <a:custGeom>
            <a:avLst/>
            <a:gdLst/>
            <a:ahLst/>
            <a:cxnLst/>
            <a:rect r="r" b="b" t="t" l="l"/>
            <a:pathLst>
              <a:path h="652295" w="988326">
                <a:moveTo>
                  <a:pt x="0" y="0"/>
                </a:moveTo>
                <a:lnTo>
                  <a:pt x="988326" y="0"/>
                </a:lnTo>
                <a:lnTo>
                  <a:pt x="988326" y="652295"/>
                </a:lnTo>
                <a:lnTo>
                  <a:pt x="0" y="65229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9" id="19"/>
          <p:cNvSpPr/>
          <p:nvPr/>
        </p:nvSpPr>
        <p:spPr>
          <a:xfrm flipH="false" flipV="false" rot="0">
            <a:off x="15875201" y="6240496"/>
            <a:ext cx="847451" cy="836665"/>
          </a:xfrm>
          <a:custGeom>
            <a:avLst/>
            <a:gdLst/>
            <a:ahLst/>
            <a:cxnLst/>
            <a:rect r="r" b="b" t="t" l="l"/>
            <a:pathLst>
              <a:path h="836665" w="847451">
                <a:moveTo>
                  <a:pt x="0" y="0"/>
                </a:moveTo>
                <a:lnTo>
                  <a:pt x="847451" y="0"/>
                </a:lnTo>
                <a:lnTo>
                  <a:pt x="847451" y="836665"/>
                </a:lnTo>
                <a:lnTo>
                  <a:pt x="0" y="83666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20" id="20"/>
          <p:cNvSpPr txBox="true"/>
          <p:nvPr/>
        </p:nvSpPr>
        <p:spPr>
          <a:xfrm rot="0">
            <a:off x="1142385" y="3654843"/>
            <a:ext cx="8537476" cy="1322116"/>
          </a:xfrm>
          <a:prstGeom prst="rect">
            <a:avLst/>
          </a:prstGeom>
        </p:spPr>
        <p:txBody>
          <a:bodyPr anchor="t" rtlCol="false" tIns="0" lIns="0" bIns="0" rIns="0">
            <a:spAutoFit/>
          </a:bodyPr>
          <a:lstStyle/>
          <a:p>
            <a:pPr algn="l">
              <a:lnSpc>
                <a:spcPts val="9658"/>
              </a:lnSpc>
            </a:pPr>
            <a:r>
              <a:rPr lang="en-US" sz="8472" b="true">
                <a:solidFill>
                  <a:srgbClr val="1C2120"/>
                </a:solidFill>
                <a:latin typeface="Poppins Bold"/>
                <a:ea typeface="Poppins Bold"/>
                <a:cs typeface="Poppins Bold"/>
                <a:sym typeface="Poppins Bold"/>
              </a:rPr>
              <a:t>Our Process</a:t>
            </a:r>
          </a:p>
        </p:txBody>
      </p:sp>
      <p:sp>
        <p:nvSpPr>
          <p:cNvPr name="TextBox 21" id="21"/>
          <p:cNvSpPr txBox="true"/>
          <p:nvPr/>
        </p:nvSpPr>
        <p:spPr>
          <a:xfrm rot="0">
            <a:off x="1244800" y="5510359"/>
            <a:ext cx="6613419" cy="1561904"/>
          </a:xfrm>
          <a:prstGeom prst="rect">
            <a:avLst/>
          </a:prstGeom>
        </p:spPr>
        <p:txBody>
          <a:bodyPr anchor="t" rtlCol="false" tIns="0" lIns="0" bIns="0" rIns="0">
            <a:spAutoFit/>
          </a:bodyPr>
          <a:lstStyle/>
          <a:p>
            <a:pPr algn="l" marL="0" indent="0" lvl="0">
              <a:lnSpc>
                <a:spcPts val="2541"/>
              </a:lnSpc>
              <a:spcBef>
                <a:spcPct val="0"/>
              </a:spcBef>
            </a:pPr>
            <a:r>
              <a:rPr lang="en-US" sz="1882" spc="112" u="none">
                <a:solidFill>
                  <a:srgbClr val="000000"/>
                </a:solidFill>
                <a:latin typeface="DM Sans"/>
                <a:ea typeface="DM Sans"/>
                <a:cs typeface="DM Sans"/>
                <a:sym typeface="DM Sans"/>
              </a:rPr>
              <a:t>Lorem ipsum dolor sit amet, consectetur adipiscing elit, sed do eiusmod tempor incididunt ut labore et dolore magna aliqua. Ut enim ad minim veniam, quis nostrud exercitation ullamco laboris nisi ut aliquip ex ea commodo consequat.</a:t>
            </a:r>
          </a:p>
        </p:txBody>
      </p:sp>
      <p:grpSp>
        <p:nvGrpSpPr>
          <p:cNvPr name="Group 22" id="22"/>
          <p:cNvGrpSpPr/>
          <p:nvPr/>
        </p:nvGrpSpPr>
        <p:grpSpPr>
          <a:xfrm rot="0">
            <a:off x="1244800" y="7505953"/>
            <a:ext cx="4845334" cy="582575"/>
            <a:chOff x="0" y="0"/>
            <a:chExt cx="1276137" cy="153435"/>
          </a:xfrm>
        </p:grpSpPr>
        <p:sp>
          <p:nvSpPr>
            <p:cNvPr name="Freeform 23" id="23"/>
            <p:cNvSpPr/>
            <p:nvPr/>
          </p:nvSpPr>
          <p:spPr>
            <a:xfrm flipH="false" flipV="false" rot="0">
              <a:off x="0" y="0"/>
              <a:ext cx="1276137" cy="153435"/>
            </a:xfrm>
            <a:custGeom>
              <a:avLst/>
              <a:gdLst/>
              <a:ahLst/>
              <a:cxnLst/>
              <a:rect r="r" b="b" t="t" l="l"/>
              <a:pathLst>
                <a:path h="153435" w="1276137">
                  <a:moveTo>
                    <a:pt x="76718" y="0"/>
                  </a:moveTo>
                  <a:lnTo>
                    <a:pt x="1199420" y="0"/>
                  </a:lnTo>
                  <a:cubicBezTo>
                    <a:pt x="1219767" y="0"/>
                    <a:pt x="1239280" y="8083"/>
                    <a:pt x="1253667" y="22470"/>
                  </a:cubicBezTo>
                  <a:cubicBezTo>
                    <a:pt x="1268055" y="36857"/>
                    <a:pt x="1276137" y="56371"/>
                    <a:pt x="1276137" y="76718"/>
                  </a:cubicBezTo>
                  <a:lnTo>
                    <a:pt x="1276137" y="76718"/>
                  </a:lnTo>
                  <a:cubicBezTo>
                    <a:pt x="1276137" y="97064"/>
                    <a:pt x="1268055" y="116578"/>
                    <a:pt x="1253667" y="130965"/>
                  </a:cubicBezTo>
                  <a:cubicBezTo>
                    <a:pt x="1239280" y="145353"/>
                    <a:pt x="1219767" y="153435"/>
                    <a:pt x="1199420" y="153435"/>
                  </a:cubicBezTo>
                  <a:lnTo>
                    <a:pt x="76718" y="153435"/>
                  </a:lnTo>
                  <a:cubicBezTo>
                    <a:pt x="56371" y="153435"/>
                    <a:pt x="36857" y="145353"/>
                    <a:pt x="22470" y="130965"/>
                  </a:cubicBezTo>
                  <a:cubicBezTo>
                    <a:pt x="8083" y="116578"/>
                    <a:pt x="0" y="97064"/>
                    <a:pt x="0" y="76718"/>
                  </a:cubicBezTo>
                  <a:lnTo>
                    <a:pt x="0" y="76718"/>
                  </a:lnTo>
                  <a:cubicBezTo>
                    <a:pt x="0" y="56371"/>
                    <a:pt x="8083" y="36857"/>
                    <a:pt x="22470" y="22470"/>
                  </a:cubicBezTo>
                  <a:cubicBezTo>
                    <a:pt x="36857" y="8083"/>
                    <a:pt x="56371" y="0"/>
                    <a:pt x="76718" y="0"/>
                  </a:cubicBezTo>
                  <a:close/>
                </a:path>
              </a:pathLst>
            </a:custGeom>
            <a:solidFill>
              <a:srgbClr val="AAD7D4"/>
            </a:solidFill>
          </p:spPr>
        </p:sp>
        <p:sp>
          <p:nvSpPr>
            <p:cNvPr name="TextBox 24" id="24"/>
            <p:cNvSpPr txBox="true"/>
            <p:nvPr/>
          </p:nvSpPr>
          <p:spPr>
            <a:xfrm>
              <a:off x="0" y="-38100"/>
              <a:ext cx="1276137" cy="191535"/>
            </a:xfrm>
            <a:prstGeom prst="rect">
              <a:avLst/>
            </a:prstGeom>
          </p:spPr>
          <p:txBody>
            <a:bodyPr anchor="ctr" rtlCol="false" tIns="50800" lIns="50800" bIns="50800" rIns="50800"/>
            <a:lstStyle/>
            <a:p>
              <a:pPr algn="ctr">
                <a:lnSpc>
                  <a:spcPts val="2659"/>
                </a:lnSpc>
              </a:pPr>
            </a:p>
          </p:txBody>
        </p:sp>
      </p:grpSp>
      <p:sp>
        <p:nvSpPr>
          <p:cNvPr name="TextBox 25" id="25"/>
          <p:cNvSpPr txBox="true"/>
          <p:nvPr/>
        </p:nvSpPr>
        <p:spPr>
          <a:xfrm rot="0">
            <a:off x="2186239" y="7642453"/>
            <a:ext cx="3007705" cy="319099"/>
          </a:xfrm>
          <a:prstGeom prst="rect">
            <a:avLst/>
          </a:prstGeom>
        </p:spPr>
        <p:txBody>
          <a:bodyPr anchor="t" rtlCol="false" tIns="0" lIns="0" bIns="0" rIns="0">
            <a:spAutoFit/>
          </a:bodyPr>
          <a:lstStyle/>
          <a:p>
            <a:pPr algn="ctr">
              <a:lnSpc>
                <a:spcPts val="2365"/>
              </a:lnSpc>
            </a:pPr>
            <a:r>
              <a:rPr lang="en-US" sz="2190">
                <a:solidFill>
                  <a:srgbClr val="1C2120"/>
                </a:solidFill>
                <a:latin typeface="Poppins"/>
                <a:ea typeface="Poppins"/>
                <a:cs typeface="Poppins"/>
                <a:sym typeface="Poppins"/>
              </a:rPr>
              <a:t>Exploring creativity</a:t>
            </a:r>
          </a:p>
        </p:txBody>
      </p:sp>
      <p:sp>
        <p:nvSpPr>
          <p:cNvPr id="26" name="TextBox 25"/>
          <p:cNvSpPr txBox="1"/>
          <p:nvPr/>
        </p:nvSpPr>
        <p:spPr>
          <a:xfrm>
            <a:off x="914400" y="1371600"/>
            <a:ext cx="7315200" cy="4114800"/>
          </a:xfrm>
          <a:prstGeom prst="rect">
            <a:avLst/>
          </a:prstGeom>
          <a:noFill/>
        </p:spPr>
        <p:txBody>
          <a:bodyPr wrap="none">
            <a:spAutoFit/>
          </a:bodyPr>
          <a:lstStyle/>
          <a:p>
            <a:pPr>
              <a:defRPr sz="1800"/>
            </a:pPr>
            <a:r>
              <a:t>The primary products of photosynthesis are sugar (glucose), which serves as the plant’s food source, providing energy for growth and metabolism.</a:t>
            </a:r>
          </a:p>
          <a:p>
            <a:pPr>
              <a:defRPr sz="1800"/>
            </a:pPr>
            <a:r>
              <a:t>Oxygen is released as a byproduct of the process, contributing significantly to the atmosphere and making it breathable for many organisms.</a:t>
            </a:r>
          </a:p>
          <a:p>
            <a:pPr>
              <a:defRPr sz="1800"/>
            </a:pPr>
            <a:r>
              <a:t>Glucose is then used by the plant to build new tissues, repair damage, and fuel its various life processes.</a:t>
            </a:r>
          </a:p>
          <a:p>
            <a:pPr lvl="1">
              <a:defRPr sz="1200" i="1">
                <a:solidFill>
                  <a:srgbClr val="787878"/>
                </a:solidFill>
              </a:defRPr>
            </a:pPr>
            <a:r>
              <a:t>[Image placeholder] The Products of Photosynthesis</a:t>
            </a:r>
          </a:p>
        </p:txBody>
      </p:sp>
      <p:pic>
        <p:nvPicPr>
          <p:cNvPr id="27" name="Picture 26" descr="_ppt_tmp_image.png"/>
          <p:cNvPicPr>
            <a:picLocks noChangeAspect="1"/>
          </p:cNvPicPr>
          <p:nvPr/>
        </p:nvPicPr>
        <p:blipFill>
          <a:blip r:embed="rId11"/>
          <a:stretch>
            <a:fillRect/>
          </a:stretch>
        </p:blipFill>
        <p:spPr>
          <a:xfrm>
            <a:off x="5486400" y="1828800"/>
            <a:ext cx="2743200" cy="1828800"/>
          </a:xfrm>
          <a:prstGeom prst="rect">
            <a:avLst/>
          </a:prstGeom>
        </p:spPr>
      </p:pic>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36740" y="2932889"/>
            <a:ext cx="3443373" cy="5819980"/>
            <a:chOff x="0" y="0"/>
            <a:chExt cx="612460" cy="1035178"/>
          </a:xfrm>
        </p:grpSpPr>
        <p:sp>
          <p:nvSpPr>
            <p:cNvPr name="Freeform 3" id="3"/>
            <p:cNvSpPr/>
            <p:nvPr/>
          </p:nvSpPr>
          <p:spPr>
            <a:xfrm flipH="false" flipV="false" rot="0">
              <a:off x="0" y="0"/>
              <a:ext cx="612460" cy="1035178"/>
            </a:xfrm>
            <a:custGeom>
              <a:avLst/>
              <a:gdLst/>
              <a:ahLst/>
              <a:cxnLst/>
              <a:rect r="r" b="b" t="t" l="l"/>
              <a:pathLst>
                <a:path h="1035178" w="612460">
                  <a:moveTo>
                    <a:pt x="0" y="0"/>
                  </a:moveTo>
                  <a:lnTo>
                    <a:pt x="612460" y="0"/>
                  </a:lnTo>
                  <a:lnTo>
                    <a:pt x="612460" y="1035178"/>
                  </a:lnTo>
                  <a:lnTo>
                    <a:pt x="0" y="1035178"/>
                  </a:lnTo>
                  <a:close/>
                </a:path>
              </a:pathLst>
            </a:custGeom>
            <a:blipFill>
              <a:blip r:embed="rId2"/>
              <a:stretch>
                <a:fillRect l="-9171" t="0" r="-4705" b="0"/>
              </a:stretch>
            </a:blipFill>
          </p:spPr>
        </p:sp>
      </p:grpSp>
      <p:grpSp>
        <p:nvGrpSpPr>
          <p:cNvPr name="Group 4" id="4"/>
          <p:cNvGrpSpPr/>
          <p:nvPr/>
        </p:nvGrpSpPr>
        <p:grpSpPr>
          <a:xfrm rot="0">
            <a:off x="5780113" y="2932889"/>
            <a:ext cx="3363887" cy="5819980"/>
            <a:chOff x="0" y="0"/>
            <a:chExt cx="1017147" cy="1759802"/>
          </a:xfrm>
        </p:grpSpPr>
        <p:sp>
          <p:nvSpPr>
            <p:cNvPr name="Freeform 5" id="5"/>
            <p:cNvSpPr/>
            <p:nvPr/>
          </p:nvSpPr>
          <p:spPr>
            <a:xfrm flipH="false" flipV="false" rot="0">
              <a:off x="0" y="0"/>
              <a:ext cx="1017147" cy="1759802"/>
            </a:xfrm>
            <a:custGeom>
              <a:avLst/>
              <a:gdLst/>
              <a:ahLst/>
              <a:cxnLst/>
              <a:rect r="r" b="b" t="t" l="l"/>
              <a:pathLst>
                <a:path h="1759802" w="1017147">
                  <a:moveTo>
                    <a:pt x="0" y="0"/>
                  </a:moveTo>
                  <a:lnTo>
                    <a:pt x="1017147" y="0"/>
                  </a:lnTo>
                  <a:lnTo>
                    <a:pt x="1017147" y="1759802"/>
                  </a:lnTo>
                  <a:lnTo>
                    <a:pt x="0" y="1759802"/>
                  </a:lnTo>
                  <a:close/>
                </a:path>
              </a:pathLst>
            </a:custGeom>
            <a:solidFill>
              <a:srgbClr val="AAD7D4"/>
            </a:solidFill>
          </p:spPr>
        </p:sp>
        <p:sp>
          <p:nvSpPr>
            <p:cNvPr name="TextBox 6" id="6"/>
            <p:cNvSpPr txBox="true"/>
            <p:nvPr/>
          </p:nvSpPr>
          <p:spPr>
            <a:xfrm>
              <a:off x="0" y="-38100"/>
              <a:ext cx="1017147" cy="1797902"/>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9144000" y="2932889"/>
            <a:ext cx="3443373" cy="5819980"/>
            <a:chOff x="0" y="0"/>
            <a:chExt cx="612460" cy="1035178"/>
          </a:xfrm>
        </p:grpSpPr>
        <p:sp>
          <p:nvSpPr>
            <p:cNvPr name="Freeform 8" id="8"/>
            <p:cNvSpPr/>
            <p:nvPr/>
          </p:nvSpPr>
          <p:spPr>
            <a:xfrm flipH="false" flipV="false" rot="0">
              <a:off x="0" y="0"/>
              <a:ext cx="612460" cy="1035178"/>
            </a:xfrm>
            <a:custGeom>
              <a:avLst/>
              <a:gdLst/>
              <a:ahLst/>
              <a:cxnLst/>
              <a:rect r="r" b="b" t="t" l="l"/>
              <a:pathLst>
                <a:path h="1035178" w="612460">
                  <a:moveTo>
                    <a:pt x="0" y="0"/>
                  </a:moveTo>
                  <a:lnTo>
                    <a:pt x="612460" y="0"/>
                  </a:lnTo>
                  <a:lnTo>
                    <a:pt x="612460" y="1035178"/>
                  </a:lnTo>
                  <a:lnTo>
                    <a:pt x="0" y="1035178"/>
                  </a:lnTo>
                  <a:close/>
                </a:path>
              </a:pathLst>
            </a:custGeom>
            <a:blipFill>
              <a:blip r:embed="rId3"/>
              <a:stretch>
                <a:fillRect l="-6304" t="0" r="-6304" b="0"/>
              </a:stretch>
            </a:blipFill>
          </p:spPr>
        </p:sp>
      </p:grpSp>
      <p:grpSp>
        <p:nvGrpSpPr>
          <p:cNvPr name="Group 9" id="9"/>
          <p:cNvGrpSpPr/>
          <p:nvPr/>
        </p:nvGrpSpPr>
        <p:grpSpPr>
          <a:xfrm rot="0">
            <a:off x="12587373" y="2932889"/>
            <a:ext cx="3363887" cy="5819980"/>
            <a:chOff x="0" y="0"/>
            <a:chExt cx="1017147" cy="1759802"/>
          </a:xfrm>
        </p:grpSpPr>
        <p:sp>
          <p:nvSpPr>
            <p:cNvPr name="Freeform 10" id="10"/>
            <p:cNvSpPr/>
            <p:nvPr/>
          </p:nvSpPr>
          <p:spPr>
            <a:xfrm flipH="false" flipV="false" rot="0">
              <a:off x="0" y="0"/>
              <a:ext cx="1017147" cy="1759802"/>
            </a:xfrm>
            <a:custGeom>
              <a:avLst/>
              <a:gdLst/>
              <a:ahLst/>
              <a:cxnLst/>
              <a:rect r="r" b="b" t="t" l="l"/>
              <a:pathLst>
                <a:path h="1759802" w="1017147">
                  <a:moveTo>
                    <a:pt x="0" y="0"/>
                  </a:moveTo>
                  <a:lnTo>
                    <a:pt x="1017147" y="0"/>
                  </a:lnTo>
                  <a:lnTo>
                    <a:pt x="1017147" y="1759802"/>
                  </a:lnTo>
                  <a:lnTo>
                    <a:pt x="0" y="1759802"/>
                  </a:lnTo>
                  <a:close/>
                </a:path>
              </a:pathLst>
            </a:custGeom>
            <a:solidFill>
              <a:srgbClr val="AAD7D4"/>
            </a:solidFill>
          </p:spPr>
        </p:sp>
        <p:sp>
          <p:nvSpPr>
            <p:cNvPr name="TextBox 11" id="11"/>
            <p:cNvSpPr txBox="true"/>
            <p:nvPr/>
          </p:nvSpPr>
          <p:spPr>
            <a:xfrm>
              <a:off x="0" y="-38100"/>
              <a:ext cx="1017147" cy="1797902"/>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6168623" y="3983913"/>
            <a:ext cx="706138" cy="579034"/>
          </a:xfrm>
          <a:custGeom>
            <a:avLst/>
            <a:gdLst/>
            <a:ahLst/>
            <a:cxnLst/>
            <a:rect r="r" b="b" t="t" l="l"/>
            <a:pathLst>
              <a:path h="579034" w="706138">
                <a:moveTo>
                  <a:pt x="0" y="0"/>
                </a:moveTo>
                <a:lnTo>
                  <a:pt x="706139" y="0"/>
                </a:lnTo>
                <a:lnTo>
                  <a:pt x="706139" y="579033"/>
                </a:lnTo>
                <a:lnTo>
                  <a:pt x="0" y="5790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6168623" y="4944522"/>
            <a:ext cx="2492814" cy="903230"/>
          </a:xfrm>
          <a:prstGeom prst="rect">
            <a:avLst/>
          </a:prstGeom>
        </p:spPr>
        <p:txBody>
          <a:bodyPr anchor="t" rtlCol="false" tIns="0" lIns="0" bIns="0" rIns="0">
            <a:spAutoFit/>
          </a:bodyPr>
          <a:lstStyle/>
          <a:p>
            <a:pPr algn="just" marL="0" indent="0" lvl="0">
              <a:lnSpc>
                <a:spcPts val="1479"/>
              </a:lnSpc>
              <a:spcBef>
                <a:spcPct val="0"/>
              </a:spcBef>
            </a:pPr>
            <a:r>
              <a:rPr lang="en-US" sz="1096" spc="17" u="none">
                <a:solidFill>
                  <a:srgbClr val="1C2120"/>
                </a:solidFill>
                <a:latin typeface="DM Sans"/>
                <a:ea typeface="DM Sans"/>
                <a:cs typeface="DM Sans"/>
                <a:sym typeface="DM Sans"/>
              </a:rPr>
              <a:t>Lorem ipsum dolor sit amet, consectetur adipiscing elit, sed do eiusmod tempor incididunt ut labore et dolore magna aliqua. Ut enim ad minim veniam</a:t>
            </a:r>
          </a:p>
        </p:txBody>
      </p:sp>
      <p:sp>
        <p:nvSpPr>
          <p:cNvPr name="TextBox 14" id="14"/>
          <p:cNvSpPr txBox="true"/>
          <p:nvPr/>
        </p:nvSpPr>
        <p:spPr>
          <a:xfrm rot="0">
            <a:off x="6168623" y="4700431"/>
            <a:ext cx="2408376" cy="255334"/>
          </a:xfrm>
          <a:prstGeom prst="rect">
            <a:avLst/>
          </a:prstGeom>
        </p:spPr>
        <p:txBody>
          <a:bodyPr anchor="t" rtlCol="false" tIns="0" lIns="0" bIns="0" rIns="0">
            <a:spAutoFit/>
          </a:bodyPr>
          <a:lstStyle/>
          <a:p>
            <a:pPr algn="l">
              <a:lnSpc>
                <a:spcPts val="1894"/>
              </a:lnSpc>
            </a:pPr>
            <a:r>
              <a:rPr lang="en-US" sz="1754" b="true">
                <a:solidFill>
                  <a:srgbClr val="1C2120"/>
                </a:solidFill>
                <a:latin typeface="Poppins Bold"/>
                <a:ea typeface="Poppins Bold"/>
                <a:cs typeface="Poppins Bold"/>
                <a:sym typeface="Poppins Bold"/>
              </a:rPr>
              <a:t>Exploring creativity</a:t>
            </a:r>
          </a:p>
        </p:txBody>
      </p:sp>
      <p:sp>
        <p:nvSpPr>
          <p:cNvPr name="Freeform 15" id="15"/>
          <p:cNvSpPr/>
          <p:nvPr/>
        </p:nvSpPr>
        <p:spPr>
          <a:xfrm flipH="false" flipV="false" rot="0">
            <a:off x="6168623" y="6263881"/>
            <a:ext cx="787259" cy="519591"/>
          </a:xfrm>
          <a:custGeom>
            <a:avLst/>
            <a:gdLst/>
            <a:ahLst/>
            <a:cxnLst/>
            <a:rect r="r" b="b" t="t" l="l"/>
            <a:pathLst>
              <a:path h="519591" w="787259">
                <a:moveTo>
                  <a:pt x="0" y="0"/>
                </a:moveTo>
                <a:lnTo>
                  <a:pt x="787260" y="0"/>
                </a:lnTo>
                <a:lnTo>
                  <a:pt x="787260" y="519591"/>
                </a:lnTo>
                <a:lnTo>
                  <a:pt x="0" y="5195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6" id="16"/>
          <p:cNvSpPr txBox="true"/>
          <p:nvPr/>
        </p:nvSpPr>
        <p:spPr>
          <a:xfrm rot="0">
            <a:off x="6168623" y="7198837"/>
            <a:ext cx="2492814" cy="903230"/>
          </a:xfrm>
          <a:prstGeom prst="rect">
            <a:avLst/>
          </a:prstGeom>
        </p:spPr>
        <p:txBody>
          <a:bodyPr anchor="t" rtlCol="false" tIns="0" lIns="0" bIns="0" rIns="0">
            <a:spAutoFit/>
          </a:bodyPr>
          <a:lstStyle/>
          <a:p>
            <a:pPr algn="just" marL="0" indent="0" lvl="0">
              <a:lnSpc>
                <a:spcPts val="1479"/>
              </a:lnSpc>
              <a:spcBef>
                <a:spcPct val="0"/>
              </a:spcBef>
            </a:pPr>
            <a:r>
              <a:rPr lang="en-US" sz="1096" spc="17" u="none">
                <a:solidFill>
                  <a:srgbClr val="1C2120"/>
                </a:solidFill>
                <a:latin typeface="DM Sans"/>
                <a:ea typeface="DM Sans"/>
                <a:cs typeface="DM Sans"/>
                <a:sym typeface="DM Sans"/>
              </a:rPr>
              <a:t>Lorem ipsum dolor sit amet, consectetur adipiscing elit, sed do eiusmod tempor incididunt ut labore et dolore magna aliqua. Ut enim ad minim veniam</a:t>
            </a:r>
          </a:p>
        </p:txBody>
      </p:sp>
      <p:sp>
        <p:nvSpPr>
          <p:cNvPr name="TextBox 17" id="17"/>
          <p:cNvSpPr txBox="true"/>
          <p:nvPr/>
        </p:nvSpPr>
        <p:spPr>
          <a:xfrm rot="0">
            <a:off x="6168623" y="6954746"/>
            <a:ext cx="2408376" cy="255334"/>
          </a:xfrm>
          <a:prstGeom prst="rect">
            <a:avLst/>
          </a:prstGeom>
        </p:spPr>
        <p:txBody>
          <a:bodyPr anchor="t" rtlCol="false" tIns="0" lIns="0" bIns="0" rIns="0">
            <a:spAutoFit/>
          </a:bodyPr>
          <a:lstStyle/>
          <a:p>
            <a:pPr algn="l">
              <a:lnSpc>
                <a:spcPts val="1894"/>
              </a:lnSpc>
            </a:pPr>
            <a:r>
              <a:rPr lang="en-US" sz="1754" b="true">
                <a:solidFill>
                  <a:srgbClr val="1C2120"/>
                </a:solidFill>
                <a:latin typeface="Poppins Bold"/>
                <a:ea typeface="Poppins Bold"/>
                <a:cs typeface="Poppins Bold"/>
                <a:sym typeface="Poppins Bold"/>
              </a:rPr>
              <a:t>Exploring creativity</a:t>
            </a:r>
          </a:p>
        </p:txBody>
      </p:sp>
      <p:sp>
        <p:nvSpPr>
          <p:cNvPr name="Freeform 18" id="18"/>
          <p:cNvSpPr/>
          <p:nvPr/>
        </p:nvSpPr>
        <p:spPr>
          <a:xfrm flipH="false" flipV="false" rot="0">
            <a:off x="12977898" y="3983913"/>
            <a:ext cx="706138" cy="579034"/>
          </a:xfrm>
          <a:custGeom>
            <a:avLst/>
            <a:gdLst/>
            <a:ahLst/>
            <a:cxnLst/>
            <a:rect r="r" b="b" t="t" l="l"/>
            <a:pathLst>
              <a:path h="579034" w="706138">
                <a:moveTo>
                  <a:pt x="0" y="0"/>
                </a:moveTo>
                <a:lnTo>
                  <a:pt x="706138" y="0"/>
                </a:lnTo>
                <a:lnTo>
                  <a:pt x="706138" y="579033"/>
                </a:lnTo>
                <a:lnTo>
                  <a:pt x="0" y="5790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9" id="19"/>
          <p:cNvSpPr txBox="true"/>
          <p:nvPr/>
        </p:nvSpPr>
        <p:spPr>
          <a:xfrm rot="0">
            <a:off x="12977898" y="4944522"/>
            <a:ext cx="2492814" cy="903230"/>
          </a:xfrm>
          <a:prstGeom prst="rect">
            <a:avLst/>
          </a:prstGeom>
        </p:spPr>
        <p:txBody>
          <a:bodyPr anchor="t" rtlCol="false" tIns="0" lIns="0" bIns="0" rIns="0">
            <a:spAutoFit/>
          </a:bodyPr>
          <a:lstStyle/>
          <a:p>
            <a:pPr algn="just" marL="0" indent="0" lvl="0">
              <a:lnSpc>
                <a:spcPts val="1479"/>
              </a:lnSpc>
              <a:spcBef>
                <a:spcPct val="0"/>
              </a:spcBef>
            </a:pPr>
            <a:r>
              <a:rPr lang="en-US" sz="1096" spc="17" u="none">
                <a:solidFill>
                  <a:srgbClr val="1C2120"/>
                </a:solidFill>
                <a:latin typeface="DM Sans"/>
                <a:ea typeface="DM Sans"/>
                <a:cs typeface="DM Sans"/>
                <a:sym typeface="DM Sans"/>
              </a:rPr>
              <a:t>Lorem ipsum dolor sit amet, consectetur adipiscing elit, sed do eiusmod tempor incididunt ut labore et dolore magna aliqua. Ut enim ad minim veniam</a:t>
            </a:r>
          </a:p>
        </p:txBody>
      </p:sp>
      <p:sp>
        <p:nvSpPr>
          <p:cNvPr name="TextBox 20" id="20"/>
          <p:cNvSpPr txBox="true"/>
          <p:nvPr/>
        </p:nvSpPr>
        <p:spPr>
          <a:xfrm rot="0">
            <a:off x="12977898" y="4700431"/>
            <a:ext cx="2408376" cy="255334"/>
          </a:xfrm>
          <a:prstGeom prst="rect">
            <a:avLst/>
          </a:prstGeom>
        </p:spPr>
        <p:txBody>
          <a:bodyPr anchor="t" rtlCol="false" tIns="0" lIns="0" bIns="0" rIns="0">
            <a:spAutoFit/>
          </a:bodyPr>
          <a:lstStyle/>
          <a:p>
            <a:pPr algn="l">
              <a:lnSpc>
                <a:spcPts val="1894"/>
              </a:lnSpc>
            </a:pPr>
            <a:r>
              <a:rPr lang="en-US" sz="1754" b="true">
                <a:solidFill>
                  <a:srgbClr val="1C2120"/>
                </a:solidFill>
                <a:latin typeface="Poppins Bold"/>
                <a:ea typeface="Poppins Bold"/>
                <a:cs typeface="Poppins Bold"/>
                <a:sym typeface="Poppins Bold"/>
              </a:rPr>
              <a:t>Exploring creativity</a:t>
            </a:r>
          </a:p>
        </p:txBody>
      </p:sp>
      <p:sp>
        <p:nvSpPr>
          <p:cNvPr name="Freeform 21" id="21"/>
          <p:cNvSpPr/>
          <p:nvPr/>
        </p:nvSpPr>
        <p:spPr>
          <a:xfrm flipH="false" flipV="false" rot="0">
            <a:off x="12977898" y="6263881"/>
            <a:ext cx="787259" cy="519591"/>
          </a:xfrm>
          <a:custGeom>
            <a:avLst/>
            <a:gdLst/>
            <a:ahLst/>
            <a:cxnLst/>
            <a:rect r="r" b="b" t="t" l="l"/>
            <a:pathLst>
              <a:path h="519591" w="787259">
                <a:moveTo>
                  <a:pt x="0" y="0"/>
                </a:moveTo>
                <a:lnTo>
                  <a:pt x="787259" y="0"/>
                </a:lnTo>
                <a:lnTo>
                  <a:pt x="787259" y="519591"/>
                </a:lnTo>
                <a:lnTo>
                  <a:pt x="0" y="5195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2" id="22"/>
          <p:cNvSpPr txBox="true"/>
          <p:nvPr/>
        </p:nvSpPr>
        <p:spPr>
          <a:xfrm rot="0">
            <a:off x="12977898" y="7198837"/>
            <a:ext cx="2492814" cy="903230"/>
          </a:xfrm>
          <a:prstGeom prst="rect">
            <a:avLst/>
          </a:prstGeom>
        </p:spPr>
        <p:txBody>
          <a:bodyPr anchor="t" rtlCol="false" tIns="0" lIns="0" bIns="0" rIns="0">
            <a:spAutoFit/>
          </a:bodyPr>
          <a:lstStyle/>
          <a:p>
            <a:pPr algn="just" marL="0" indent="0" lvl="0">
              <a:lnSpc>
                <a:spcPts val="1479"/>
              </a:lnSpc>
              <a:spcBef>
                <a:spcPct val="0"/>
              </a:spcBef>
            </a:pPr>
            <a:r>
              <a:rPr lang="en-US" sz="1096" spc="17" u="none">
                <a:solidFill>
                  <a:srgbClr val="1C2120"/>
                </a:solidFill>
                <a:latin typeface="DM Sans"/>
                <a:ea typeface="DM Sans"/>
                <a:cs typeface="DM Sans"/>
                <a:sym typeface="DM Sans"/>
              </a:rPr>
              <a:t>Lorem ipsum dolor sit amet, consectetur adipiscing elit, sed do eiusmod tempor incididunt ut labore et dolore magna aliqua. Ut enim ad minim veniam</a:t>
            </a:r>
          </a:p>
        </p:txBody>
      </p:sp>
      <p:sp>
        <p:nvSpPr>
          <p:cNvPr name="TextBox 23" id="23"/>
          <p:cNvSpPr txBox="true"/>
          <p:nvPr/>
        </p:nvSpPr>
        <p:spPr>
          <a:xfrm rot="0">
            <a:off x="12977898" y="6954746"/>
            <a:ext cx="2408376" cy="255334"/>
          </a:xfrm>
          <a:prstGeom prst="rect">
            <a:avLst/>
          </a:prstGeom>
        </p:spPr>
        <p:txBody>
          <a:bodyPr anchor="t" rtlCol="false" tIns="0" lIns="0" bIns="0" rIns="0">
            <a:spAutoFit/>
          </a:bodyPr>
          <a:lstStyle/>
          <a:p>
            <a:pPr algn="l">
              <a:lnSpc>
                <a:spcPts val="1894"/>
              </a:lnSpc>
            </a:pPr>
            <a:r>
              <a:rPr lang="en-US" sz="1754" b="true">
                <a:solidFill>
                  <a:srgbClr val="1C2120"/>
                </a:solidFill>
                <a:latin typeface="Poppins Bold"/>
                <a:ea typeface="Poppins Bold"/>
                <a:cs typeface="Poppins Bold"/>
                <a:sym typeface="Poppins Bold"/>
              </a:rPr>
              <a:t>Exploring creativity</a:t>
            </a:r>
          </a:p>
        </p:txBody>
      </p:sp>
      <p:sp>
        <p:nvSpPr>
          <p:cNvPr name="TextBox 24" id="24"/>
          <p:cNvSpPr txBox="true"/>
          <p:nvPr/>
        </p:nvSpPr>
        <p:spPr>
          <a:xfrm rot="0">
            <a:off x="4354896" y="1254733"/>
            <a:ext cx="9578208" cy="947826"/>
          </a:xfrm>
          <a:prstGeom prst="rect">
            <a:avLst/>
          </a:prstGeom>
        </p:spPr>
        <p:txBody>
          <a:bodyPr anchor="t" rtlCol="false" tIns="0" lIns="0" bIns="0" rIns="0">
            <a:spAutoFit/>
          </a:bodyPr>
          <a:lstStyle/>
          <a:p>
            <a:pPr algn="ctr">
              <a:lnSpc>
                <a:spcPts val="6596"/>
              </a:lnSpc>
            </a:pPr>
            <a:r>
              <a:rPr lang="en-US" b="true" sz="6800">
                <a:solidFill>
                  <a:srgbClr val="1C2120"/>
                </a:solidFill>
                <a:latin typeface="Poppins Bold"/>
                <a:ea typeface="Poppins Bold"/>
                <a:cs typeface="Poppins Bold"/>
                <a:sym typeface="Poppins Bold"/>
              </a:rPr>
              <a:t>Creation process</a:t>
            </a:r>
          </a:p>
        </p:txBody>
      </p:sp>
      <p:sp>
        <p:nvSpPr>
          <p:cNvPr id="25" name="TextBox 24"/>
          <p:cNvSpPr txBox="1"/>
          <p:nvPr/>
        </p:nvSpPr>
        <p:spPr>
          <a:xfrm>
            <a:off x="914400" y="1371600"/>
            <a:ext cx="7315200" cy="4114800"/>
          </a:xfrm>
          <a:prstGeom prst="rect">
            <a:avLst/>
          </a:prstGeom>
          <a:noFill/>
        </p:spPr>
        <p:txBody>
          <a:bodyPr wrap="none">
            <a:spAutoFit/>
          </a:bodyPr>
          <a:lstStyle/>
          <a:p>
            <a:pPr>
              <a:defRPr sz="1800"/>
            </a:pPr>
            <a:r>
              <a:t>Photosynthesis is the foundation of most food chains, as plants are the primary producers, converting sunlight into usable energy for other organisms.</a:t>
            </a:r>
          </a:p>
          <a:p>
            <a:pPr>
              <a:defRPr sz="1800"/>
            </a:pPr>
            <a:r>
              <a:t>It’s the primary source of oxygen in the Earth’s atmosphere, which is essential for respiration and the survival of most animals and humans.</a:t>
            </a:r>
          </a:p>
          <a:p>
            <a:pPr>
              <a:defRPr sz="1800"/>
            </a:pPr>
            <a:r>
              <a:t>The process helps regulate the Earth’s climate by absorbing carbon dioxide, a greenhouse gas, and releasing oxygen, mitigating the effects of climate change.</a:t>
            </a:r>
          </a:p>
          <a:p>
            <a:pPr lvl="1">
              <a:defRPr sz="1200" i="1">
                <a:solidFill>
                  <a:srgbClr val="787878"/>
                </a:solidFill>
              </a:defRPr>
            </a:pPr>
            <a:r>
              <a:t>[Image placeholder] Why is Photosynthesis Important?</a:t>
            </a:r>
          </a:p>
        </p:txBody>
      </p:sp>
      <p:pic>
        <p:nvPicPr>
          <p:cNvPr id="26" name="Picture 25" descr="_ppt_tmp_image.png"/>
          <p:cNvPicPr>
            <a:picLocks noChangeAspect="1"/>
          </p:cNvPicPr>
          <p:nvPr/>
        </p:nvPicPr>
        <p:blipFill>
          <a:blip r:embed="rId8"/>
          <a:stretch>
            <a:fillRect/>
          </a:stretch>
        </p:blipFill>
        <p:spPr>
          <a:xfrm>
            <a:off x="5486400" y="1828800"/>
            <a:ext cx="2743200" cy="1828800"/>
          </a:xfrm>
          <a:prstGeom prst="rect">
            <a:avLst/>
          </a:prstGeom>
        </p:spPr>
      </p:pic>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258865" y="2662714"/>
            <a:ext cx="6437409" cy="1081898"/>
          </a:xfrm>
          <a:prstGeom prst="rect">
            <a:avLst/>
          </a:prstGeom>
        </p:spPr>
        <p:txBody>
          <a:bodyPr anchor="t" rtlCol="false" tIns="0" lIns="0" bIns="0" rIns="0">
            <a:spAutoFit/>
          </a:bodyPr>
          <a:lstStyle/>
          <a:p>
            <a:pPr algn="l" marL="0" indent="0" lvl="1">
              <a:lnSpc>
                <a:spcPts val="7458"/>
              </a:lnSpc>
              <a:spcBef>
                <a:spcPct val="0"/>
              </a:spcBef>
            </a:pPr>
            <a:r>
              <a:rPr lang="en-US" b="true" sz="7689">
                <a:solidFill>
                  <a:srgbClr val="1C2120"/>
                </a:solidFill>
                <a:latin typeface="Poppins Bold"/>
                <a:ea typeface="Poppins Bold"/>
                <a:cs typeface="Poppins Bold"/>
                <a:sym typeface="Poppins Bold"/>
              </a:rPr>
              <a:t>Mind map</a:t>
            </a:r>
          </a:p>
        </p:txBody>
      </p:sp>
      <p:grpSp>
        <p:nvGrpSpPr>
          <p:cNvPr name="Group 3" id="3"/>
          <p:cNvGrpSpPr/>
          <p:nvPr/>
        </p:nvGrpSpPr>
        <p:grpSpPr>
          <a:xfrm rot="0">
            <a:off x="1258865" y="3968928"/>
            <a:ext cx="4026853" cy="606389"/>
            <a:chOff x="0" y="0"/>
            <a:chExt cx="1348022" cy="202994"/>
          </a:xfrm>
        </p:grpSpPr>
        <p:sp>
          <p:nvSpPr>
            <p:cNvPr name="Freeform 4" id="4"/>
            <p:cNvSpPr/>
            <p:nvPr/>
          </p:nvSpPr>
          <p:spPr>
            <a:xfrm flipH="false" flipV="false" rot="0">
              <a:off x="0" y="0"/>
              <a:ext cx="1348022" cy="202994"/>
            </a:xfrm>
            <a:custGeom>
              <a:avLst/>
              <a:gdLst/>
              <a:ahLst/>
              <a:cxnLst/>
              <a:rect r="r" b="b" t="t" l="l"/>
              <a:pathLst>
                <a:path h="202994" w="1348022">
                  <a:moveTo>
                    <a:pt x="96129" y="0"/>
                  </a:moveTo>
                  <a:lnTo>
                    <a:pt x="1251893" y="0"/>
                  </a:lnTo>
                  <a:cubicBezTo>
                    <a:pt x="1304984" y="0"/>
                    <a:pt x="1348022" y="43038"/>
                    <a:pt x="1348022" y="96129"/>
                  </a:cubicBezTo>
                  <a:lnTo>
                    <a:pt x="1348022" y="106865"/>
                  </a:lnTo>
                  <a:cubicBezTo>
                    <a:pt x="1348022" y="159955"/>
                    <a:pt x="1304984" y="202994"/>
                    <a:pt x="1251893" y="202994"/>
                  </a:cubicBezTo>
                  <a:lnTo>
                    <a:pt x="96129" y="202994"/>
                  </a:lnTo>
                  <a:cubicBezTo>
                    <a:pt x="43038" y="202994"/>
                    <a:pt x="0" y="159955"/>
                    <a:pt x="0" y="106865"/>
                  </a:cubicBezTo>
                  <a:lnTo>
                    <a:pt x="0" y="96129"/>
                  </a:lnTo>
                  <a:cubicBezTo>
                    <a:pt x="0" y="43038"/>
                    <a:pt x="43038" y="0"/>
                    <a:pt x="96129" y="0"/>
                  </a:cubicBezTo>
                  <a:close/>
                </a:path>
              </a:pathLst>
            </a:custGeom>
            <a:solidFill>
              <a:srgbClr val="AAD7D4"/>
            </a:solidFill>
          </p:spPr>
        </p:sp>
        <p:sp>
          <p:nvSpPr>
            <p:cNvPr name="TextBox 5" id="5"/>
            <p:cNvSpPr txBox="true"/>
            <p:nvPr/>
          </p:nvSpPr>
          <p:spPr>
            <a:xfrm>
              <a:off x="0" y="85725"/>
              <a:ext cx="1348022" cy="117269"/>
            </a:xfrm>
            <a:prstGeom prst="rect">
              <a:avLst/>
            </a:prstGeom>
          </p:spPr>
          <p:txBody>
            <a:bodyPr anchor="ctr" rtlCol="false" tIns="50800" lIns="50800" bIns="50800" rIns="50800"/>
            <a:lstStyle/>
            <a:p>
              <a:pPr algn="ctr">
                <a:lnSpc>
                  <a:spcPts val="1925"/>
                </a:lnSpc>
              </a:pPr>
            </a:p>
          </p:txBody>
        </p:sp>
      </p:grpSp>
      <p:sp>
        <p:nvSpPr>
          <p:cNvPr name="TextBox 6" id="6"/>
          <p:cNvSpPr txBox="true"/>
          <p:nvPr/>
        </p:nvSpPr>
        <p:spPr>
          <a:xfrm rot="0">
            <a:off x="1459197" y="4069717"/>
            <a:ext cx="3563270" cy="406109"/>
          </a:xfrm>
          <a:prstGeom prst="rect">
            <a:avLst/>
          </a:prstGeom>
        </p:spPr>
        <p:txBody>
          <a:bodyPr anchor="t" rtlCol="false" tIns="0" lIns="0" bIns="0" rIns="0">
            <a:spAutoFit/>
          </a:bodyPr>
          <a:lstStyle/>
          <a:p>
            <a:pPr algn="ctr">
              <a:lnSpc>
                <a:spcPts val="3132"/>
              </a:lnSpc>
            </a:pPr>
            <a:r>
              <a:rPr lang="en-US" sz="2900">
                <a:solidFill>
                  <a:srgbClr val="000000"/>
                </a:solidFill>
                <a:latin typeface="DM Sans"/>
                <a:ea typeface="DM Sans"/>
                <a:cs typeface="DM Sans"/>
                <a:sym typeface="DM Sans"/>
              </a:rPr>
              <a:t>Exploring creativity</a:t>
            </a:r>
          </a:p>
        </p:txBody>
      </p:sp>
      <p:sp>
        <p:nvSpPr>
          <p:cNvPr name="TextBox 7" id="7"/>
          <p:cNvSpPr txBox="true"/>
          <p:nvPr/>
        </p:nvSpPr>
        <p:spPr>
          <a:xfrm rot="0">
            <a:off x="1258865" y="4954676"/>
            <a:ext cx="6914101" cy="3014704"/>
          </a:xfrm>
          <a:prstGeom prst="rect">
            <a:avLst/>
          </a:prstGeom>
        </p:spPr>
        <p:txBody>
          <a:bodyPr anchor="t" rtlCol="false" tIns="0" lIns="0" bIns="0" rIns="0">
            <a:spAutoFit/>
          </a:bodyPr>
          <a:lstStyle/>
          <a:p>
            <a:pPr algn="l" marL="0" indent="0" lvl="0">
              <a:lnSpc>
                <a:spcPts val="2454"/>
              </a:lnSpc>
              <a:spcBef>
                <a:spcPct val="0"/>
              </a:spcBef>
            </a:pPr>
            <a:r>
              <a:rPr lang="en-US" sz="1817" spc="109" u="none">
                <a:solidFill>
                  <a:srgbClr val="000000"/>
                </a:solidFill>
                <a:latin typeface="DM Sans"/>
                <a:ea typeface="DM Sans"/>
                <a:cs typeface="DM Sans"/>
                <a:sym typeface="DM Sans"/>
              </a:rPr>
              <a:t>Lorem ipsum dolor sit amet, consectetur adipiscing elit, sed do eiusmod tempor incididunt ut labore et dolore magna aliqua. Ut enim ad minim veniam, quis nostrud exercitation ullamco laboris nisi ut aliquip ex ea commodo consequat.</a:t>
            </a:r>
          </a:p>
          <a:p>
            <a:pPr algn="l" marL="0" indent="0" lvl="0">
              <a:lnSpc>
                <a:spcPts val="2454"/>
              </a:lnSpc>
              <a:spcBef>
                <a:spcPct val="0"/>
              </a:spcBef>
            </a:pPr>
          </a:p>
          <a:p>
            <a:pPr algn="l" marL="0" indent="0" lvl="0">
              <a:lnSpc>
                <a:spcPts val="2454"/>
              </a:lnSpc>
              <a:spcBef>
                <a:spcPct val="0"/>
              </a:spcBef>
            </a:pPr>
            <a:r>
              <a:rPr lang="en-US" sz="1817" spc="109" u="none">
                <a:solidFill>
                  <a:srgbClr val="000000"/>
                </a:solidFill>
                <a:latin typeface="DM Sans"/>
                <a:ea typeface="DM Sans"/>
                <a:cs typeface="DM Sans"/>
                <a:sym typeface="DM Sans"/>
              </a:rPr>
              <a:t>Duis aute irure dolor in reprehenderit in voluptate velit esse cillum dolore eu fugiat nulla pariatur. Excepteur sint occaecat cupidatat non proident, sunt in culpa qui officia deserunt mollit anim id est laborum.</a:t>
            </a:r>
          </a:p>
        </p:txBody>
      </p:sp>
      <p:grpSp>
        <p:nvGrpSpPr>
          <p:cNvPr name="Group 8" id="8"/>
          <p:cNvGrpSpPr/>
          <p:nvPr/>
        </p:nvGrpSpPr>
        <p:grpSpPr>
          <a:xfrm rot="0">
            <a:off x="10175402" y="1600759"/>
            <a:ext cx="6830714" cy="2128485"/>
            <a:chOff x="0" y="0"/>
            <a:chExt cx="2286638" cy="712528"/>
          </a:xfrm>
        </p:grpSpPr>
        <p:sp>
          <p:nvSpPr>
            <p:cNvPr name="Freeform 9" id="9"/>
            <p:cNvSpPr/>
            <p:nvPr/>
          </p:nvSpPr>
          <p:spPr>
            <a:xfrm flipH="false" flipV="false" rot="0">
              <a:off x="0" y="0"/>
              <a:ext cx="2286638" cy="712528"/>
            </a:xfrm>
            <a:custGeom>
              <a:avLst/>
              <a:gdLst/>
              <a:ahLst/>
              <a:cxnLst/>
              <a:rect r="r" b="b" t="t" l="l"/>
              <a:pathLst>
                <a:path h="712528" w="2286638">
                  <a:moveTo>
                    <a:pt x="56670" y="0"/>
                  </a:moveTo>
                  <a:lnTo>
                    <a:pt x="2229968" y="0"/>
                  </a:lnTo>
                  <a:cubicBezTo>
                    <a:pt x="2261266" y="0"/>
                    <a:pt x="2286638" y="25372"/>
                    <a:pt x="2286638" y="56670"/>
                  </a:cubicBezTo>
                  <a:lnTo>
                    <a:pt x="2286638" y="655858"/>
                  </a:lnTo>
                  <a:cubicBezTo>
                    <a:pt x="2286638" y="670888"/>
                    <a:pt x="2280667" y="685302"/>
                    <a:pt x="2270040" y="695930"/>
                  </a:cubicBezTo>
                  <a:cubicBezTo>
                    <a:pt x="2259412" y="706557"/>
                    <a:pt x="2244998" y="712528"/>
                    <a:pt x="2229968" y="712528"/>
                  </a:cubicBezTo>
                  <a:lnTo>
                    <a:pt x="56670" y="712528"/>
                  </a:lnTo>
                  <a:cubicBezTo>
                    <a:pt x="25372" y="712528"/>
                    <a:pt x="0" y="687156"/>
                    <a:pt x="0" y="655858"/>
                  </a:cubicBezTo>
                  <a:lnTo>
                    <a:pt x="0" y="56670"/>
                  </a:lnTo>
                  <a:cubicBezTo>
                    <a:pt x="0" y="41640"/>
                    <a:pt x="5971" y="27226"/>
                    <a:pt x="16598" y="16598"/>
                  </a:cubicBezTo>
                  <a:cubicBezTo>
                    <a:pt x="27226" y="5971"/>
                    <a:pt x="41640" y="0"/>
                    <a:pt x="56670" y="0"/>
                  </a:cubicBezTo>
                  <a:close/>
                </a:path>
              </a:pathLst>
            </a:custGeom>
            <a:solidFill>
              <a:srgbClr val="AAD7D4"/>
            </a:solidFill>
          </p:spPr>
        </p:sp>
        <p:sp>
          <p:nvSpPr>
            <p:cNvPr name="TextBox 10" id="10"/>
            <p:cNvSpPr txBox="true"/>
            <p:nvPr/>
          </p:nvSpPr>
          <p:spPr>
            <a:xfrm>
              <a:off x="0" y="85725"/>
              <a:ext cx="2286638" cy="626803"/>
            </a:xfrm>
            <a:prstGeom prst="rect">
              <a:avLst/>
            </a:prstGeom>
          </p:spPr>
          <p:txBody>
            <a:bodyPr anchor="ctr" rtlCol="false" tIns="50800" lIns="50800" bIns="50800" rIns="50800"/>
            <a:lstStyle/>
            <a:p>
              <a:pPr algn="ctr">
                <a:lnSpc>
                  <a:spcPts val="1925"/>
                </a:lnSpc>
              </a:pPr>
            </a:p>
          </p:txBody>
        </p:sp>
      </p:grpSp>
      <p:sp>
        <p:nvSpPr>
          <p:cNvPr name="Freeform 11" id="11"/>
          <p:cNvSpPr/>
          <p:nvPr/>
        </p:nvSpPr>
        <p:spPr>
          <a:xfrm flipH="false" flipV="false" rot="0">
            <a:off x="10778069" y="2259157"/>
            <a:ext cx="1023822" cy="839534"/>
          </a:xfrm>
          <a:custGeom>
            <a:avLst/>
            <a:gdLst/>
            <a:ahLst/>
            <a:cxnLst/>
            <a:rect r="r" b="b" t="t" l="l"/>
            <a:pathLst>
              <a:path h="839534" w="1023822">
                <a:moveTo>
                  <a:pt x="0" y="0"/>
                </a:moveTo>
                <a:lnTo>
                  <a:pt x="1023822" y="0"/>
                </a:lnTo>
                <a:lnTo>
                  <a:pt x="1023822" y="839534"/>
                </a:lnTo>
                <a:lnTo>
                  <a:pt x="0" y="839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2" id="12"/>
          <p:cNvGrpSpPr/>
          <p:nvPr/>
        </p:nvGrpSpPr>
        <p:grpSpPr>
          <a:xfrm rot="0">
            <a:off x="10175402" y="4137367"/>
            <a:ext cx="6830714" cy="2128485"/>
            <a:chOff x="0" y="0"/>
            <a:chExt cx="2286638" cy="712528"/>
          </a:xfrm>
        </p:grpSpPr>
        <p:sp>
          <p:nvSpPr>
            <p:cNvPr name="Freeform 13" id="13"/>
            <p:cNvSpPr/>
            <p:nvPr/>
          </p:nvSpPr>
          <p:spPr>
            <a:xfrm flipH="false" flipV="false" rot="0">
              <a:off x="0" y="0"/>
              <a:ext cx="2286638" cy="712528"/>
            </a:xfrm>
            <a:custGeom>
              <a:avLst/>
              <a:gdLst/>
              <a:ahLst/>
              <a:cxnLst/>
              <a:rect r="r" b="b" t="t" l="l"/>
              <a:pathLst>
                <a:path h="712528" w="2286638">
                  <a:moveTo>
                    <a:pt x="56670" y="0"/>
                  </a:moveTo>
                  <a:lnTo>
                    <a:pt x="2229968" y="0"/>
                  </a:lnTo>
                  <a:cubicBezTo>
                    <a:pt x="2261266" y="0"/>
                    <a:pt x="2286638" y="25372"/>
                    <a:pt x="2286638" y="56670"/>
                  </a:cubicBezTo>
                  <a:lnTo>
                    <a:pt x="2286638" y="655858"/>
                  </a:lnTo>
                  <a:cubicBezTo>
                    <a:pt x="2286638" y="670888"/>
                    <a:pt x="2280667" y="685302"/>
                    <a:pt x="2270040" y="695930"/>
                  </a:cubicBezTo>
                  <a:cubicBezTo>
                    <a:pt x="2259412" y="706557"/>
                    <a:pt x="2244998" y="712528"/>
                    <a:pt x="2229968" y="712528"/>
                  </a:cubicBezTo>
                  <a:lnTo>
                    <a:pt x="56670" y="712528"/>
                  </a:lnTo>
                  <a:cubicBezTo>
                    <a:pt x="25372" y="712528"/>
                    <a:pt x="0" y="687156"/>
                    <a:pt x="0" y="655858"/>
                  </a:cubicBezTo>
                  <a:lnTo>
                    <a:pt x="0" y="56670"/>
                  </a:lnTo>
                  <a:cubicBezTo>
                    <a:pt x="0" y="41640"/>
                    <a:pt x="5971" y="27226"/>
                    <a:pt x="16598" y="16598"/>
                  </a:cubicBezTo>
                  <a:cubicBezTo>
                    <a:pt x="27226" y="5971"/>
                    <a:pt x="41640" y="0"/>
                    <a:pt x="56670" y="0"/>
                  </a:cubicBezTo>
                  <a:close/>
                </a:path>
              </a:pathLst>
            </a:custGeom>
            <a:solidFill>
              <a:srgbClr val="AAD7D4"/>
            </a:solidFill>
          </p:spPr>
        </p:sp>
        <p:sp>
          <p:nvSpPr>
            <p:cNvPr name="TextBox 14" id="14"/>
            <p:cNvSpPr txBox="true"/>
            <p:nvPr/>
          </p:nvSpPr>
          <p:spPr>
            <a:xfrm>
              <a:off x="0" y="85725"/>
              <a:ext cx="2286638" cy="626803"/>
            </a:xfrm>
            <a:prstGeom prst="rect">
              <a:avLst/>
            </a:prstGeom>
          </p:spPr>
          <p:txBody>
            <a:bodyPr anchor="ctr" rtlCol="false" tIns="50800" lIns="50800" bIns="50800" rIns="50800"/>
            <a:lstStyle/>
            <a:p>
              <a:pPr algn="ctr">
                <a:lnSpc>
                  <a:spcPts val="1925"/>
                </a:lnSpc>
              </a:pPr>
            </a:p>
          </p:txBody>
        </p:sp>
      </p:grpSp>
      <p:grpSp>
        <p:nvGrpSpPr>
          <p:cNvPr name="Group 15" id="15"/>
          <p:cNvGrpSpPr/>
          <p:nvPr/>
        </p:nvGrpSpPr>
        <p:grpSpPr>
          <a:xfrm rot="0">
            <a:off x="10175402" y="6675427"/>
            <a:ext cx="6830714" cy="2128485"/>
            <a:chOff x="0" y="0"/>
            <a:chExt cx="2286638" cy="712528"/>
          </a:xfrm>
        </p:grpSpPr>
        <p:sp>
          <p:nvSpPr>
            <p:cNvPr name="Freeform 16" id="16"/>
            <p:cNvSpPr/>
            <p:nvPr/>
          </p:nvSpPr>
          <p:spPr>
            <a:xfrm flipH="false" flipV="false" rot="0">
              <a:off x="0" y="0"/>
              <a:ext cx="2286638" cy="712528"/>
            </a:xfrm>
            <a:custGeom>
              <a:avLst/>
              <a:gdLst/>
              <a:ahLst/>
              <a:cxnLst/>
              <a:rect r="r" b="b" t="t" l="l"/>
              <a:pathLst>
                <a:path h="712528" w="2286638">
                  <a:moveTo>
                    <a:pt x="56670" y="0"/>
                  </a:moveTo>
                  <a:lnTo>
                    <a:pt x="2229968" y="0"/>
                  </a:lnTo>
                  <a:cubicBezTo>
                    <a:pt x="2261266" y="0"/>
                    <a:pt x="2286638" y="25372"/>
                    <a:pt x="2286638" y="56670"/>
                  </a:cubicBezTo>
                  <a:lnTo>
                    <a:pt x="2286638" y="655858"/>
                  </a:lnTo>
                  <a:cubicBezTo>
                    <a:pt x="2286638" y="670888"/>
                    <a:pt x="2280667" y="685302"/>
                    <a:pt x="2270040" y="695930"/>
                  </a:cubicBezTo>
                  <a:cubicBezTo>
                    <a:pt x="2259412" y="706557"/>
                    <a:pt x="2244998" y="712528"/>
                    <a:pt x="2229968" y="712528"/>
                  </a:cubicBezTo>
                  <a:lnTo>
                    <a:pt x="56670" y="712528"/>
                  </a:lnTo>
                  <a:cubicBezTo>
                    <a:pt x="25372" y="712528"/>
                    <a:pt x="0" y="687156"/>
                    <a:pt x="0" y="655858"/>
                  </a:cubicBezTo>
                  <a:lnTo>
                    <a:pt x="0" y="56670"/>
                  </a:lnTo>
                  <a:cubicBezTo>
                    <a:pt x="0" y="41640"/>
                    <a:pt x="5971" y="27226"/>
                    <a:pt x="16598" y="16598"/>
                  </a:cubicBezTo>
                  <a:cubicBezTo>
                    <a:pt x="27226" y="5971"/>
                    <a:pt x="41640" y="0"/>
                    <a:pt x="56670" y="0"/>
                  </a:cubicBezTo>
                  <a:close/>
                </a:path>
              </a:pathLst>
            </a:custGeom>
            <a:solidFill>
              <a:srgbClr val="AAD7D4"/>
            </a:solidFill>
          </p:spPr>
        </p:sp>
        <p:sp>
          <p:nvSpPr>
            <p:cNvPr name="TextBox 17" id="17"/>
            <p:cNvSpPr txBox="true"/>
            <p:nvPr/>
          </p:nvSpPr>
          <p:spPr>
            <a:xfrm>
              <a:off x="0" y="85725"/>
              <a:ext cx="2286638" cy="626803"/>
            </a:xfrm>
            <a:prstGeom prst="rect">
              <a:avLst/>
            </a:prstGeom>
          </p:spPr>
          <p:txBody>
            <a:bodyPr anchor="ctr" rtlCol="false" tIns="50800" lIns="50800" bIns="50800" rIns="50800"/>
            <a:lstStyle/>
            <a:p>
              <a:pPr algn="ctr">
                <a:lnSpc>
                  <a:spcPts val="1925"/>
                </a:lnSpc>
              </a:pPr>
            </a:p>
          </p:txBody>
        </p:sp>
      </p:grpSp>
      <p:sp>
        <p:nvSpPr>
          <p:cNvPr name="Freeform 18" id="18"/>
          <p:cNvSpPr/>
          <p:nvPr/>
        </p:nvSpPr>
        <p:spPr>
          <a:xfrm flipH="false" flipV="false" rot="0">
            <a:off x="10770217" y="4575317"/>
            <a:ext cx="1031674" cy="1252584"/>
          </a:xfrm>
          <a:custGeom>
            <a:avLst/>
            <a:gdLst/>
            <a:ahLst/>
            <a:cxnLst/>
            <a:rect r="r" b="b" t="t" l="l"/>
            <a:pathLst>
              <a:path h="1252584" w="1031674">
                <a:moveTo>
                  <a:pt x="0" y="0"/>
                </a:moveTo>
                <a:lnTo>
                  <a:pt x="1031674" y="0"/>
                </a:lnTo>
                <a:lnTo>
                  <a:pt x="1031674" y="1252585"/>
                </a:lnTo>
                <a:lnTo>
                  <a:pt x="0" y="125258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9" id="19"/>
          <p:cNvSpPr/>
          <p:nvPr/>
        </p:nvSpPr>
        <p:spPr>
          <a:xfrm flipH="false" flipV="false" rot="0">
            <a:off x="10589543" y="7442092"/>
            <a:ext cx="1400875" cy="924578"/>
          </a:xfrm>
          <a:custGeom>
            <a:avLst/>
            <a:gdLst/>
            <a:ahLst/>
            <a:cxnLst/>
            <a:rect r="r" b="b" t="t" l="l"/>
            <a:pathLst>
              <a:path h="924578" w="1400875">
                <a:moveTo>
                  <a:pt x="0" y="0"/>
                </a:moveTo>
                <a:lnTo>
                  <a:pt x="1400875" y="0"/>
                </a:lnTo>
                <a:lnTo>
                  <a:pt x="1400875" y="924577"/>
                </a:lnTo>
                <a:lnTo>
                  <a:pt x="0" y="92457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0" id="20"/>
          <p:cNvSpPr txBox="true"/>
          <p:nvPr/>
        </p:nvSpPr>
        <p:spPr>
          <a:xfrm rot="0">
            <a:off x="12706158" y="2249632"/>
            <a:ext cx="3556933" cy="876904"/>
          </a:xfrm>
          <a:prstGeom prst="rect">
            <a:avLst/>
          </a:prstGeom>
        </p:spPr>
        <p:txBody>
          <a:bodyPr anchor="t" rtlCol="false" tIns="0" lIns="0" bIns="0" rIns="0">
            <a:spAutoFit/>
          </a:bodyPr>
          <a:lstStyle/>
          <a:p>
            <a:pPr algn="just" marL="0" indent="0" lvl="0">
              <a:lnSpc>
                <a:spcPts val="1770"/>
              </a:lnSpc>
              <a:spcBef>
                <a:spcPct val="0"/>
              </a:spcBef>
            </a:pPr>
            <a:r>
              <a:rPr lang="en-US" sz="1311" spc="20" u="none">
                <a:solidFill>
                  <a:srgbClr val="1C2120"/>
                </a:solidFill>
                <a:latin typeface="DM Sans"/>
                <a:ea typeface="DM Sans"/>
                <a:cs typeface="DM Sans"/>
                <a:sym typeface="DM Sans"/>
              </a:rPr>
              <a:t>Lorem ipsum dolor sit amet, consectetur adipiscing elit, sed do eiusmod tempor incididunt ut labore et dolore magna aliqua. Ut enim ad minim veniam</a:t>
            </a:r>
          </a:p>
        </p:txBody>
      </p:sp>
      <p:sp>
        <p:nvSpPr>
          <p:cNvPr name="TextBox 21" id="21"/>
          <p:cNvSpPr txBox="true"/>
          <p:nvPr/>
        </p:nvSpPr>
        <p:spPr>
          <a:xfrm rot="0">
            <a:off x="12706158" y="4753474"/>
            <a:ext cx="3556933" cy="876904"/>
          </a:xfrm>
          <a:prstGeom prst="rect">
            <a:avLst/>
          </a:prstGeom>
        </p:spPr>
        <p:txBody>
          <a:bodyPr anchor="t" rtlCol="false" tIns="0" lIns="0" bIns="0" rIns="0">
            <a:spAutoFit/>
          </a:bodyPr>
          <a:lstStyle/>
          <a:p>
            <a:pPr algn="just" marL="0" indent="0" lvl="0">
              <a:lnSpc>
                <a:spcPts val="1770"/>
              </a:lnSpc>
              <a:spcBef>
                <a:spcPct val="0"/>
              </a:spcBef>
            </a:pPr>
            <a:r>
              <a:rPr lang="en-US" sz="1311" spc="20" u="none">
                <a:solidFill>
                  <a:srgbClr val="1C2120"/>
                </a:solidFill>
                <a:latin typeface="DM Sans"/>
                <a:ea typeface="DM Sans"/>
                <a:cs typeface="DM Sans"/>
                <a:sym typeface="DM Sans"/>
              </a:rPr>
              <a:t>Lorem ipsum dolor sit amet, consectetur adipiscing elit, sed do eiusmod tempor incididunt ut labore et dolore magna aliqua. Ut enim ad minim veniam</a:t>
            </a:r>
          </a:p>
        </p:txBody>
      </p:sp>
      <p:sp>
        <p:nvSpPr>
          <p:cNvPr name="TextBox 22" id="22"/>
          <p:cNvSpPr txBox="true"/>
          <p:nvPr/>
        </p:nvSpPr>
        <p:spPr>
          <a:xfrm rot="0">
            <a:off x="12706158" y="7296455"/>
            <a:ext cx="3556933" cy="876904"/>
          </a:xfrm>
          <a:prstGeom prst="rect">
            <a:avLst/>
          </a:prstGeom>
        </p:spPr>
        <p:txBody>
          <a:bodyPr anchor="t" rtlCol="false" tIns="0" lIns="0" bIns="0" rIns="0">
            <a:spAutoFit/>
          </a:bodyPr>
          <a:lstStyle/>
          <a:p>
            <a:pPr algn="just" marL="0" indent="0" lvl="0">
              <a:lnSpc>
                <a:spcPts val="1770"/>
              </a:lnSpc>
              <a:spcBef>
                <a:spcPct val="0"/>
              </a:spcBef>
            </a:pPr>
            <a:r>
              <a:rPr lang="en-US" sz="1311" spc="20" u="none">
                <a:solidFill>
                  <a:srgbClr val="1C2120"/>
                </a:solidFill>
                <a:latin typeface="DM Sans"/>
                <a:ea typeface="DM Sans"/>
                <a:cs typeface="DM Sans"/>
                <a:sym typeface="DM Sans"/>
              </a:rPr>
              <a:t>Lorem ipsum dolor sit amet, consectetur adipiscing elit, sed do eiusmod tempor incididunt ut labore et dolore magna aliqua. Ut enim ad minim veniam</a:t>
            </a:r>
          </a:p>
        </p:txBody>
      </p:sp>
      <p:sp>
        <p:nvSpPr>
          <p:cNvPr name="AutoShape 23" id="23"/>
          <p:cNvSpPr/>
          <p:nvPr/>
        </p:nvSpPr>
        <p:spPr>
          <a:xfrm flipV="true">
            <a:off x="12210529" y="2359895"/>
            <a:ext cx="0" cy="738797"/>
          </a:xfrm>
          <a:prstGeom prst="line">
            <a:avLst/>
          </a:prstGeom>
          <a:ln cap="flat" w="38100">
            <a:solidFill>
              <a:srgbClr val="000000"/>
            </a:solidFill>
            <a:prstDash val="solid"/>
            <a:headEnd type="none" len="sm" w="sm"/>
            <a:tailEnd type="none" len="sm" w="sm"/>
          </a:ln>
        </p:spPr>
      </p:sp>
      <p:sp>
        <p:nvSpPr>
          <p:cNvPr name="AutoShape 24" id="24"/>
          <p:cNvSpPr/>
          <p:nvPr/>
        </p:nvSpPr>
        <p:spPr>
          <a:xfrm flipV="true">
            <a:off x="12210529" y="4832211"/>
            <a:ext cx="0" cy="738797"/>
          </a:xfrm>
          <a:prstGeom prst="line">
            <a:avLst/>
          </a:prstGeom>
          <a:ln cap="flat" w="38100">
            <a:solidFill>
              <a:srgbClr val="000000"/>
            </a:solidFill>
            <a:prstDash val="solid"/>
            <a:headEnd type="none" len="sm" w="sm"/>
            <a:tailEnd type="none" len="sm" w="sm"/>
          </a:ln>
        </p:spPr>
      </p:sp>
      <p:sp>
        <p:nvSpPr>
          <p:cNvPr name="AutoShape 25" id="25"/>
          <p:cNvSpPr/>
          <p:nvPr/>
        </p:nvSpPr>
        <p:spPr>
          <a:xfrm flipV="true">
            <a:off x="12229579" y="7434563"/>
            <a:ext cx="0" cy="738797"/>
          </a:xfrm>
          <a:prstGeom prst="line">
            <a:avLst/>
          </a:prstGeom>
          <a:ln cap="flat" w="38100">
            <a:solidFill>
              <a:srgbClr val="000000"/>
            </a:solidFill>
            <a:prstDash val="solid"/>
            <a:headEnd type="none" len="sm" w="sm"/>
            <a:tailEnd type="none" len="sm" w="sm"/>
          </a:ln>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426698" y="4816275"/>
            <a:ext cx="6914101" cy="2105618"/>
          </a:xfrm>
          <a:prstGeom prst="rect">
            <a:avLst/>
          </a:prstGeom>
        </p:spPr>
        <p:txBody>
          <a:bodyPr anchor="t" rtlCol="false" tIns="0" lIns="0" bIns="0" rIns="0">
            <a:spAutoFit/>
          </a:bodyPr>
          <a:lstStyle/>
          <a:p>
            <a:pPr algn="l" marL="0" indent="0" lvl="0">
              <a:lnSpc>
                <a:spcPts val="2454"/>
              </a:lnSpc>
              <a:spcBef>
                <a:spcPct val="0"/>
              </a:spcBef>
            </a:pPr>
            <a:r>
              <a:rPr lang="en-US" sz="1817" spc="109" u="none">
                <a:solidFill>
                  <a:srgbClr val="000000"/>
                </a:solidFill>
                <a:latin typeface="DM Sans"/>
                <a:ea typeface="DM Sans"/>
                <a:cs typeface="DM Sans"/>
                <a:sym typeface="DM Sans"/>
              </a:rPr>
              <a:t>Lorem ipsum dolor sit amet, consectetur adipiscing elit, sed do eiusmod tempor incididunt ut labore et dolore magna aliqua. Ut enim ad minim veniam, quis nostrud exercitation ullamco laboris nisi ut aliquip ex ea commodo consequat.</a:t>
            </a:r>
          </a:p>
          <a:p>
            <a:pPr algn="l" marL="0" indent="0" lvl="0">
              <a:lnSpc>
                <a:spcPts val="2454"/>
              </a:lnSpc>
              <a:spcBef>
                <a:spcPct val="0"/>
              </a:spcBef>
            </a:pPr>
          </a:p>
          <a:p>
            <a:pPr algn="l" marL="0" indent="0" lvl="0">
              <a:lnSpc>
                <a:spcPts val="2454"/>
              </a:lnSpc>
              <a:spcBef>
                <a:spcPct val="0"/>
              </a:spcBef>
            </a:pPr>
          </a:p>
        </p:txBody>
      </p:sp>
      <p:grpSp>
        <p:nvGrpSpPr>
          <p:cNvPr name="Group 3" id="3"/>
          <p:cNvGrpSpPr/>
          <p:nvPr/>
        </p:nvGrpSpPr>
        <p:grpSpPr>
          <a:xfrm rot="0">
            <a:off x="1426698" y="6768114"/>
            <a:ext cx="1024593" cy="1024593"/>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AD7D4"/>
            </a:soli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642288" y="6987480"/>
            <a:ext cx="593413" cy="585861"/>
          </a:xfrm>
          <a:custGeom>
            <a:avLst/>
            <a:gdLst/>
            <a:ahLst/>
            <a:cxnLst/>
            <a:rect r="r" b="b" t="t" l="l"/>
            <a:pathLst>
              <a:path h="585861" w="593413">
                <a:moveTo>
                  <a:pt x="0" y="0"/>
                </a:moveTo>
                <a:lnTo>
                  <a:pt x="593414" y="0"/>
                </a:lnTo>
                <a:lnTo>
                  <a:pt x="593414" y="585861"/>
                </a:lnTo>
                <a:lnTo>
                  <a:pt x="0" y="5858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2814538" y="6768114"/>
            <a:ext cx="1024593" cy="1024593"/>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AD7D4"/>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0">
            <a:off x="2980805" y="7052031"/>
            <a:ext cx="692059" cy="456759"/>
          </a:xfrm>
          <a:custGeom>
            <a:avLst/>
            <a:gdLst/>
            <a:ahLst/>
            <a:cxnLst/>
            <a:rect r="r" b="b" t="t" l="l"/>
            <a:pathLst>
              <a:path h="456759" w="692059">
                <a:moveTo>
                  <a:pt x="0" y="0"/>
                </a:moveTo>
                <a:lnTo>
                  <a:pt x="692059" y="0"/>
                </a:lnTo>
                <a:lnTo>
                  <a:pt x="692059" y="456759"/>
                </a:lnTo>
                <a:lnTo>
                  <a:pt x="0" y="4567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1" id="11"/>
          <p:cNvGrpSpPr/>
          <p:nvPr/>
        </p:nvGrpSpPr>
        <p:grpSpPr>
          <a:xfrm rot="0">
            <a:off x="4201081" y="6768114"/>
            <a:ext cx="1024593" cy="102459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AD7D4"/>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0">
            <a:off x="4466924" y="6981185"/>
            <a:ext cx="492906" cy="598451"/>
          </a:xfrm>
          <a:custGeom>
            <a:avLst/>
            <a:gdLst/>
            <a:ahLst/>
            <a:cxnLst/>
            <a:rect r="r" b="b" t="t" l="l"/>
            <a:pathLst>
              <a:path h="598451" w="492906">
                <a:moveTo>
                  <a:pt x="0" y="0"/>
                </a:moveTo>
                <a:lnTo>
                  <a:pt x="492906" y="0"/>
                </a:lnTo>
                <a:lnTo>
                  <a:pt x="492906" y="598451"/>
                </a:lnTo>
                <a:lnTo>
                  <a:pt x="0" y="5984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false" rot="0">
            <a:off x="9144000" y="2386794"/>
            <a:ext cx="8498516" cy="5513412"/>
          </a:xfrm>
          <a:custGeom>
            <a:avLst/>
            <a:gdLst/>
            <a:ahLst/>
            <a:cxnLst/>
            <a:rect r="r" b="b" t="t" l="l"/>
            <a:pathLst>
              <a:path h="5513412" w="8498516">
                <a:moveTo>
                  <a:pt x="0" y="0"/>
                </a:moveTo>
                <a:lnTo>
                  <a:pt x="8498516" y="0"/>
                </a:lnTo>
                <a:lnTo>
                  <a:pt x="8498516" y="5513412"/>
                </a:lnTo>
                <a:lnTo>
                  <a:pt x="0" y="5513412"/>
                </a:lnTo>
                <a:lnTo>
                  <a:pt x="0" y="0"/>
                </a:lnTo>
                <a:close/>
              </a:path>
            </a:pathLst>
          </a:custGeom>
          <a:blipFill>
            <a:blip r:embed="rId8"/>
            <a:stretch>
              <a:fillRect l="0" t="0" r="0" b="0"/>
            </a:stretch>
          </a:blipFill>
        </p:spPr>
      </p:sp>
      <p:sp>
        <p:nvSpPr>
          <p:cNvPr name="Freeform 16" id="16"/>
          <p:cNvSpPr/>
          <p:nvPr/>
        </p:nvSpPr>
        <p:spPr>
          <a:xfrm flipH="false" flipV="false" rot="0">
            <a:off x="9919523" y="2955708"/>
            <a:ext cx="7052162" cy="3966185"/>
          </a:xfrm>
          <a:custGeom>
            <a:avLst/>
            <a:gdLst/>
            <a:ahLst/>
            <a:cxnLst/>
            <a:rect r="r" b="b" t="t" l="l"/>
            <a:pathLst>
              <a:path h="3966185" w="7052162">
                <a:moveTo>
                  <a:pt x="0" y="0"/>
                </a:moveTo>
                <a:lnTo>
                  <a:pt x="7052162" y="0"/>
                </a:lnTo>
                <a:lnTo>
                  <a:pt x="7052162" y="3966185"/>
                </a:lnTo>
                <a:lnTo>
                  <a:pt x="0" y="3966185"/>
                </a:lnTo>
                <a:lnTo>
                  <a:pt x="0" y="0"/>
                </a:lnTo>
                <a:close/>
              </a:path>
            </a:pathLst>
          </a:custGeom>
          <a:blipFill>
            <a:blip r:embed="rId9"/>
            <a:stretch>
              <a:fillRect l="0" t="-9232" r="0" b="-9232"/>
            </a:stretch>
          </a:blipFill>
        </p:spPr>
      </p:sp>
      <p:sp>
        <p:nvSpPr>
          <p:cNvPr name="TextBox 17" id="17"/>
          <p:cNvSpPr txBox="true"/>
          <p:nvPr/>
        </p:nvSpPr>
        <p:spPr>
          <a:xfrm rot="0">
            <a:off x="1426698" y="2048151"/>
            <a:ext cx="7425121" cy="1587051"/>
          </a:xfrm>
          <a:prstGeom prst="rect">
            <a:avLst/>
          </a:prstGeom>
        </p:spPr>
        <p:txBody>
          <a:bodyPr anchor="t" rtlCol="false" tIns="0" lIns="0" bIns="0" rIns="0">
            <a:spAutoFit/>
          </a:bodyPr>
          <a:lstStyle/>
          <a:p>
            <a:pPr algn="l">
              <a:lnSpc>
                <a:spcPts val="11096"/>
              </a:lnSpc>
            </a:pPr>
            <a:r>
              <a:rPr lang="en-US" sz="11439" b="true">
                <a:solidFill>
                  <a:srgbClr val="1C2120"/>
                </a:solidFill>
                <a:latin typeface="Poppins Bold"/>
                <a:ea typeface="Poppins Bold"/>
                <a:cs typeface="Poppins Bold"/>
                <a:sym typeface="Poppins Bold"/>
              </a:rPr>
              <a:t>Mockups</a:t>
            </a:r>
          </a:p>
        </p:txBody>
      </p:sp>
      <p:sp>
        <p:nvSpPr>
          <p:cNvPr name="TextBox 18" id="18"/>
          <p:cNvSpPr txBox="true"/>
          <p:nvPr/>
        </p:nvSpPr>
        <p:spPr>
          <a:xfrm rot="0">
            <a:off x="1627030" y="3931315"/>
            <a:ext cx="3563270" cy="406109"/>
          </a:xfrm>
          <a:prstGeom prst="rect">
            <a:avLst/>
          </a:prstGeom>
        </p:spPr>
        <p:txBody>
          <a:bodyPr anchor="t" rtlCol="false" tIns="0" lIns="0" bIns="0" rIns="0">
            <a:spAutoFit/>
          </a:bodyPr>
          <a:lstStyle/>
          <a:p>
            <a:pPr algn="ctr">
              <a:lnSpc>
                <a:spcPts val="3132"/>
              </a:lnSpc>
            </a:pPr>
            <a:r>
              <a:rPr lang="en-US" sz="2900">
                <a:solidFill>
                  <a:srgbClr val="000000"/>
                </a:solidFill>
                <a:latin typeface="DM Sans"/>
                <a:ea typeface="DM Sans"/>
                <a:cs typeface="DM Sans"/>
                <a:sym typeface="DM Sans"/>
              </a:rPr>
              <a:t>Exploring creativity</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368367" y="3654033"/>
            <a:ext cx="4812609" cy="4786358"/>
          </a:xfrm>
          <a:custGeom>
            <a:avLst/>
            <a:gdLst/>
            <a:ahLst/>
            <a:cxnLst/>
            <a:rect r="r" b="b" t="t" l="l"/>
            <a:pathLst>
              <a:path h="4786358" w="4812609">
                <a:moveTo>
                  <a:pt x="0" y="0"/>
                </a:moveTo>
                <a:lnTo>
                  <a:pt x="4812609" y="0"/>
                </a:lnTo>
                <a:lnTo>
                  <a:pt x="4812609" y="4786359"/>
                </a:lnTo>
                <a:lnTo>
                  <a:pt x="0" y="478635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7214967" y="2662033"/>
            <a:ext cx="3708981" cy="612256"/>
            <a:chOff x="0" y="0"/>
            <a:chExt cx="1241612" cy="204958"/>
          </a:xfrm>
        </p:grpSpPr>
        <p:sp>
          <p:nvSpPr>
            <p:cNvPr name="Freeform 4" id="4"/>
            <p:cNvSpPr/>
            <p:nvPr/>
          </p:nvSpPr>
          <p:spPr>
            <a:xfrm flipH="false" flipV="false" rot="0">
              <a:off x="0" y="0"/>
              <a:ext cx="1241612" cy="204958"/>
            </a:xfrm>
            <a:custGeom>
              <a:avLst/>
              <a:gdLst/>
              <a:ahLst/>
              <a:cxnLst/>
              <a:rect r="r" b="b" t="t" l="l"/>
              <a:pathLst>
                <a:path h="204958" w="1241612">
                  <a:moveTo>
                    <a:pt x="102479" y="0"/>
                  </a:moveTo>
                  <a:lnTo>
                    <a:pt x="1139133" y="0"/>
                  </a:lnTo>
                  <a:cubicBezTo>
                    <a:pt x="1195730" y="0"/>
                    <a:pt x="1241612" y="45881"/>
                    <a:pt x="1241612" y="102479"/>
                  </a:cubicBezTo>
                  <a:lnTo>
                    <a:pt x="1241612" y="102479"/>
                  </a:lnTo>
                  <a:cubicBezTo>
                    <a:pt x="1241612" y="159076"/>
                    <a:pt x="1195730" y="204958"/>
                    <a:pt x="1139133" y="204958"/>
                  </a:cubicBezTo>
                  <a:lnTo>
                    <a:pt x="102479" y="204958"/>
                  </a:lnTo>
                  <a:cubicBezTo>
                    <a:pt x="45881" y="204958"/>
                    <a:pt x="0" y="159076"/>
                    <a:pt x="0" y="102479"/>
                  </a:cubicBezTo>
                  <a:lnTo>
                    <a:pt x="0" y="102479"/>
                  </a:lnTo>
                  <a:cubicBezTo>
                    <a:pt x="0" y="45881"/>
                    <a:pt x="45881" y="0"/>
                    <a:pt x="102479" y="0"/>
                  </a:cubicBezTo>
                  <a:close/>
                </a:path>
              </a:pathLst>
            </a:custGeom>
            <a:solidFill>
              <a:srgbClr val="AAD7D4"/>
            </a:solidFill>
          </p:spPr>
        </p:sp>
        <p:sp>
          <p:nvSpPr>
            <p:cNvPr name="TextBox 5" id="5"/>
            <p:cNvSpPr txBox="true"/>
            <p:nvPr/>
          </p:nvSpPr>
          <p:spPr>
            <a:xfrm>
              <a:off x="0" y="85725"/>
              <a:ext cx="1241612" cy="119233"/>
            </a:xfrm>
            <a:prstGeom prst="rect">
              <a:avLst/>
            </a:prstGeom>
          </p:spPr>
          <p:txBody>
            <a:bodyPr anchor="ctr" rtlCol="false" tIns="50800" lIns="50800" bIns="50800" rIns="50800"/>
            <a:lstStyle/>
            <a:p>
              <a:pPr algn="ctr">
                <a:lnSpc>
                  <a:spcPts val="1925"/>
                </a:lnSpc>
              </a:pPr>
            </a:p>
          </p:txBody>
        </p:sp>
      </p:grpSp>
      <p:sp>
        <p:nvSpPr>
          <p:cNvPr name="TextBox 6" id="6"/>
          <p:cNvSpPr txBox="true"/>
          <p:nvPr/>
        </p:nvSpPr>
        <p:spPr>
          <a:xfrm rot="0">
            <a:off x="5190659" y="1013886"/>
            <a:ext cx="7831454" cy="1616085"/>
          </a:xfrm>
          <a:prstGeom prst="rect">
            <a:avLst/>
          </a:prstGeom>
        </p:spPr>
        <p:txBody>
          <a:bodyPr anchor="t" rtlCol="false" tIns="0" lIns="0" bIns="0" rIns="0">
            <a:spAutoFit/>
          </a:bodyPr>
          <a:lstStyle/>
          <a:p>
            <a:pPr algn="ctr">
              <a:lnSpc>
                <a:spcPts val="11281"/>
              </a:lnSpc>
            </a:pPr>
            <a:r>
              <a:rPr lang="en-US" b="true" sz="11630">
                <a:solidFill>
                  <a:srgbClr val="1C2120"/>
                </a:solidFill>
                <a:latin typeface="Poppins Bold"/>
                <a:ea typeface="Poppins Bold"/>
                <a:cs typeface="Poppins Bold"/>
                <a:sym typeface="Poppins Bold"/>
              </a:rPr>
              <a:t>S.W.O.T</a:t>
            </a:r>
          </a:p>
        </p:txBody>
      </p:sp>
      <p:sp>
        <p:nvSpPr>
          <p:cNvPr name="TextBox 7" id="7"/>
          <p:cNvSpPr txBox="true"/>
          <p:nvPr/>
        </p:nvSpPr>
        <p:spPr>
          <a:xfrm rot="0">
            <a:off x="1851724" y="7370380"/>
            <a:ext cx="3739422" cy="332050"/>
          </a:xfrm>
          <a:prstGeom prst="rect">
            <a:avLst/>
          </a:prstGeom>
        </p:spPr>
        <p:txBody>
          <a:bodyPr anchor="t" rtlCol="false" tIns="0" lIns="0" bIns="0" rIns="0">
            <a:spAutoFit/>
          </a:bodyPr>
          <a:lstStyle/>
          <a:p>
            <a:pPr algn="l">
              <a:lnSpc>
                <a:spcPts val="2495"/>
              </a:lnSpc>
            </a:pPr>
            <a:r>
              <a:rPr lang="en-US" sz="2132" b="true">
                <a:solidFill>
                  <a:srgbClr val="000000"/>
                </a:solidFill>
                <a:latin typeface="Poppins Semi-Bold"/>
                <a:ea typeface="Poppins Semi-Bold"/>
                <a:cs typeface="Poppins Semi-Bold"/>
                <a:sym typeface="Poppins Semi-Bold"/>
              </a:rPr>
              <a:t>Weaknesses</a:t>
            </a:r>
          </a:p>
        </p:txBody>
      </p:sp>
      <p:sp>
        <p:nvSpPr>
          <p:cNvPr name="TextBox 8" id="8"/>
          <p:cNvSpPr txBox="true"/>
          <p:nvPr/>
        </p:nvSpPr>
        <p:spPr>
          <a:xfrm rot="0">
            <a:off x="13054677" y="4099655"/>
            <a:ext cx="3739422" cy="332050"/>
          </a:xfrm>
          <a:prstGeom prst="rect">
            <a:avLst/>
          </a:prstGeom>
        </p:spPr>
        <p:txBody>
          <a:bodyPr anchor="t" rtlCol="false" tIns="0" lIns="0" bIns="0" rIns="0">
            <a:spAutoFit/>
          </a:bodyPr>
          <a:lstStyle/>
          <a:p>
            <a:pPr algn="l">
              <a:lnSpc>
                <a:spcPts val="2495"/>
              </a:lnSpc>
            </a:pPr>
            <a:r>
              <a:rPr lang="en-US" sz="2132" b="true">
                <a:solidFill>
                  <a:srgbClr val="000000"/>
                </a:solidFill>
                <a:latin typeface="Poppins Semi-Bold"/>
                <a:ea typeface="Poppins Semi-Bold"/>
                <a:cs typeface="Poppins Semi-Bold"/>
                <a:sym typeface="Poppins Semi-Bold"/>
              </a:rPr>
              <a:t>Threats</a:t>
            </a:r>
          </a:p>
        </p:txBody>
      </p:sp>
      <p:sp>
        <p:nvSpPr>
          <p:cNvPr name="TextBox 9" id="9"/>
          <p:cNvSpPr txBox="true"/>
          <p:nvPr/>
        </p:nvSpPr>
        <p:spPr>
          <a:xfrm rot="0">
            <a:off x="1851724" y="4099655"/>
            <a:ext cx="3104937" cy="332050"/>
          </a:xfrm>
          <a:prstGeom prst="rect">
            <a:avLst/>
          </a:prstGeom>
        </p:spPr>
        <p:txBody>
          <a:bodyPr anchor="t" rtlCol="false" tIns="0" lIns="0" bIns="0" rIns="0">
            <a:spAutoFit/>
          </a:bodyPr>
          <a:lstStyle/>
          <a:p>
            <a:pPr algn="l">
              <a:lnSpc>
                <a:spcPts val="2495"/>
              </a:lnSpc>
            </a:pPr>
            <a:r>
              <a:rPr lang="en-US" sz="2132" b="true">
                <a:solidFill>
                  <a:srgbClr val="000000"/>
                </a:solidFill>
                <a:latin typeface="Poppins Semi-Bold"/>
                <a:ea typeface="Poppins Semi-Bold"/>
                <a:cs typeface="Poppins Semi-Bold"/>
                <a:sym typeface="Poppins Semi-Bold"/>
              </a:rPr>
              <a:t>Strengths</a:t>
            </a:r>
          </a:p>
        </p:txBody>
      </p:sp>
      <p:sp>
        <p:nvSpPr>
          <p:cNvPr name="TextBox 10" id="10"/>
          <p:cNvSpPr txBox="true"/>
          <p:nvPr/>
        </p:nvSpPr>
        <p:spPr>
          <a:xfrm rot="0">
            <a:off x="13021543" y="7331137"/>
            <a:ext cx="3558025" cy="332050"/>
          </a:xfrm>
          <a:prstGeom prst="rect">
            <a:avLst/>
          </a:prstGeom>
        </p:spPr>
        <p:txBody>
          <a:bodyPr anchor="t" rtlCol="false" tIns="0" lIns="0" bIns="0" rIns="0">
            <a:spAutoFit/>
          </a:bodyPr>
          <a:lstStyle/>
          <a:p>
            <a:pPr algn="l">
              <a:lnSpc>
                <a:spcPts val="2495"/>
              </a:lnSpc>
            </a:pPr>
            <a:r>
              <a:rPr lang="en-US" sz="2132" b="true">
                <a:solidFill>
                  <a:srgbClr val="000000"/>
                </a:solidFill>
                <a:latin typeface="Poppins Semi-Bold"/>
                <a:ea typeface="Poppins Semi-Bold"/>
                <a:cs typeface="Poppins Semi-Bold"/>
                <a:sym typeface="Poppins Semi-Bold"/>
              </a:rPr>
              <a:t>Opportunities</a:t>
            </a:r>
          </a:p>
        </p:txBody>
      </p:sp>
      <p:sp>
        <p:nvSpPr>
          <p:cNvPr name="TextBox 11" id="11"/>
          <p:cNvSpPr txBox="true"/>
          <p:nvPr/>
        </p:nvSpPr>
        <p:spPr>
          <a:xfrm rot="0">
            <a:off x="7214967" y="2758038"/>
            <a:ext cx="3563270" cy="406109"/>
          </a:xfrm>
          <a:prstGeom prst="rect">
            <a:avLst/>
          </a:prstGeom>
        </p:spPr>
        <p:txBody>
          <a:bodyPr anchor="t" rtlCol="false" tIns="0" lIns="0" bIns="0" rIns="0">
            <a:spAutoFit/>
          </a:bodyPr>
          <a:lstStyle/>
          <a:p>
            <a:pPr algn="ctr">
              <a:lnSpc>
                <a:spcPts val="3132"/>
              </a:lnSpc>
            </a:pPr>
            <a:r>
              <a:rPr lang="en-US" sz="2900">
                <a:solidFill>
                  <a:srgbClr val="000000"/>
                </a:solidFill>
                <a:latin typeface="DM Sans"/>
                <a:ea typeface="DM Sans"/>
                <a:cs typeface="DM Sans"/>
                <a:sym typeface="DM Sans"/>
              </a:rPr>
              <a:t>swot analysis</a:t>
            </a:r>
          </a:p>
        </p:txBody>
      </p:sp>
      <p:sp>
        <p:nvSpPr>
          <p:cNvPr name="TextBox 12" id="12"/>
          <p:cNvSpPr txBox="true"/>
          <p:nvPr/>
        </p:nvSpPr>
        <p:spPr>
          <a:xfrm rot="0">
            <a:off x="1851724" y="4507351"/>
            <a:ext cx="3431152" cy="913570"/>
          </a:xfrm>
          <a:prstGeom prst="rect">
            <a:avLst/>
          </a:prstGeom>
        </p:spPr>
        <p:txBody>
          <a:bodyPr anchor="t" rtlCol="false" tIns="0" lIns="0" bIns="0" rIns="0">
            <a:spAutoFit/>
          </a:bodyPr>
          <a:lstStyle/>
          <a:p>
            <a:pPr algn="just" marL="0" indent="0" lvl="0">
              <a:lnSpc>
                <a:spcPts val="1863"/>
              </a:lnSpc>
              <a:spcBef>
                <a:spcPct val="0"/>
              </a:spcBef>
            </a:pPr>
            <a:r>
              <a:rPr lang="en-US" sz="1380" spc="82" u="none">
                <a:solidFill>
                  <a:srgbClr val="000000"/>
                </a:solidFill>
                <a:latin typeface="DM Sans"/>
                <a:ea typeface="DM Sans"/>
                <a:cs typeface="DM Sans"/>
                <a:sym typeface="DM Sans"/>
              </a:rPr>
              <a:t>Lorem ipsum dolor sit amet, consectetur adipiscing elit, sed do eiusmod tempor incididunt ut labore et dolore magna aliqua. </a:t>
            </a:r>
          </a:p>
        </p:txBody>
      </p:sp>
      <p:sp>
        <p:nvSpPr>
          <p:cNvPr name="TextBox 13" id="13"/>
          <p:cNvSpPr txBox="true"/>
          <p:nvPr/>
        </p:nvSpPr>
        <p:spPr>
          <a:xfrm rot="0">
            <a:off x="1851724" y="2654358"/>
            <a:ext cx="1434243" cy="1616085"/>
          </a:xfrm>
          <a:prstGeom prst="rect">
            <a:avLst/>
          </a:prstGeom>
        </p:spPr>
        <p:txBody>
          <a:bodyPr anchor="t" rtlCol="false" tIns="0" lIns="0" bIns="0" rIns="0">
            <a:spAutoFit/>
          </a:bodyPr>
          <a:lstStyle/>
          <a:p>
            <a:pPr algn="l">
              <a:lnSpc>
                <a:spcPts val="11281"/>
              </a:lnSpc>
            </a:pPr>
            <a:r>
              <a:rPr lang="en-US" b="true" sz="11630">
                <a:solidFill>
                  <a:srgbClr val="1C2120"/>
                </a:solidFill>
                <a:latin typeface="Poppins Bold"/>
                <a:ea typeface="Poppins Bold"/>
                <a:cs typeface="Poppins Bold"/>
                <a:sym typeface="Poppins Bold"/>
              </a:rPr>
              <a:t>S</a:t>
            </a:r>
          </a:p>
        </p:txBody>
      </p:sp>
      <p:sp>
        <p:nvSpPr>
          <p:cNvPr name="TextBox 14" id="14"/>
          <p:cNvSpPr txBox="true"/>
          <p:nvPr/>
        </p:nvSpPr>
        <p:spPr>
          <a:xfrm rot="0">
            <a:off x="1851724" y="7739386"/>
            <a:ext cx="3431152" cy="913570"/>
          </a:xfrm>
          <a:prstGeom prst="rect">
            <a:avLst/>
          </a:prstGeom>
        </p:spPr>
        <p:txBody>
          <a:bodyPr anchor="t" rtlCol="false" tIns="0" lIns="0" bIns="0" rIns="0">
            <a:spAutoFit/>
          </a:bodyPr>
          <a:lstStyle/>
          <a:p>
            <a:pPr algn="just" marL="0" indent="0" lvl="0">
              <a:lnSpc>
                <a:spcPts val="1863"/>
              </a:lnSpc>
              <a:spcBef>
                <a:spcPct val="0"/>
              </a:spcBef>
            </a:pPr>
            <a:r>
              <a:rPr lang="en-US" sz="1380" spc="82" u="none">
                <a:solidFill>
                  <a:srgbClr val="000000"/>
                </a:solidFill>
                <a:latin typeface="DM Sans"/>
                <a:ea typeface="DM Sans"/>
                <a:cs typeface="DM Sans"/>
                <a:sym typeface="DM Sans"/>
              </a:rPr>
              <a:t>Lorem ipsum dolor sit amet, consectetur adipiscing elit, sed do eiusmod tempor incididunt ut labore et dolore magna aliqua. </a:t>
            </a:r>
          </a:p>
        </p:txBody>
      </p:sp>
      <p:sp>
        <p:nvSpPr>
          <p:cNvPr name="TextBox 15" id="15"/>
          <p:cNvSpPr txBox="true"/>
          <p:nvPr/>
        </p:nvSpPr>
        <p:spPr>
          <a:xfrm rot="0">
            <a:off x="13021543" y="7739386"/>
            <a:ext cx="3431152" cy="913570"/>
          </a:xfrm>
          <a:prstGeom prst="rect">
            <a:avLst/>
          </a:prstGeom>
        </p:spPr>
        <p:txBody>
          <a:bodyPr anchor="t" rtlCol="false" tIns="0" lIns="0" bIns="0" rIns="0">
            <a:spAutoFit/>
          </a:bodyPr>
          <a:lstStyle/>
          <a:p>
            <a:pPr algn="just" marL="0" indent="0" lvl="0">
              <a:lnSpc>
                <a:spcPts val="1863"/>
              </a:lnSpc>
              <a:spcBef>
                <a:spcPct val="0"/>
              </a:spcBef>
            </a:pPr>
            <a:r>
              <a:rPr lang="en-US" sz="1380" spc="82" u="none">
                <a:solidFill>
                  <a:srgbClr val="000000"/>
                </a:solidFill>
                <a:latin typeface="DM Sans"/>
                <a:ea typeface="DM Sans"/>
                <a:cs typeface="DM Sans"/>
                <a:sym typeface="DM Sans"/>
              </a:rPr>
              <a:t>Lorem ipsum dolor sit amet, consectetur adipiscing elit, sed do eiusmod tempor incididunt ut labore et dolore magna aliqua. </a:t>
            </a:r>
          </a:p>
        </p:txBody>
      </p:sp>
      <p:sp>
        <p:nvSpPr>
          <p:cNvPr name="TextBox 16" id="16"/>
          <p:cNvSpPr txBox="true"/>
          <p:nvPr/>
        </p:nvSpPr>
        <p:spPr>
          <a:xfrm rot="0">
            <a:off x="13054677" y="4507351"/>
            <a:ext cx="3431152" cy="913570"/>
          </a:xfrm>
          <a:prstGeom prst="rect">
            <a:avLst/>
          </a:prstGeom>
        </p:spPr>
        <p:txBody>
          <a:bodyPr anchor="t" rtlCol="false" tIns="0" lIns="0" bIns="0" rIns="0">
            <a:spAutoFit/>
          </a:bodyPr>
          <a:lstStyle/>
          <a:p>
            <a:pPr algn="just" marL="0" indent="0" lvl="0">
              <a:lnSpc>
                <a:spcPts val="1863"/>
              </a:lnSpc>
              <a:spcBef>
                <a:spcPct val="0"/>
              </a:spcBef>
            </a:pPr>
            <a:r>
              <a:rPr lang="en-US" sz="1380" spc="82" u="none">
                <a:solidFill>
                  <a:srgbClr val="000000"/>
                </a:solidFill>
                <a:latin typeface="DM Sans"/>
                <a:ea typeface="DM Sans"/>
                <a:cs typeface="DM Sans"/>
                <a:sym typeface="DM Sans"/>
              </a:rPr>
              <a:t>Lorem ipsum dolor sit amet, consectetur adipiscing elit, sed do eiusmod tempor incididunt ut labore et dolore magna aliqua. </a:t>
            </a:r>
          </a:p>
        </p:txBody>
      </p:sp>
      <p:sp>
        <p:nvSpPr>
          <p:cNvPr name="TextBox 17" id="17"/>
          <p:cNvSpPr txBox="true"/>
          <p:nvPr/>
        </p:nvSpPr>
        <p:spPr>
          <a:xfrm rot="0">
            <a:off x="1762025" y="5925083"/>
            <a:ext cx="2187761" cy="1616085"/>
          </a:xfrm>
          <a:prstGeom prst="rect">
            <a:avLst/>
          </a:prstGeom>
        </p:spPr>
        <p:txBody>
          <a:bodyPr anchor="t" rtlCol="false" tIns="0" lIns="0" bIns="0" rIns="0">
            <a:spAutoFit/>
          </a:bodyPr>
          <a:lstStyle/>
          <a:p>
            <a:pPr algn="l">
              <a:lnSpc>
                <a:spcPts val="11281"/>
              </a:lnSpc>
            </a:pPr>
            <a:r>
              <a:rPr lang="en-US" b="true" sz="11630">
                <a:solidFill>
                  <a:srgbClr val="1C2120"/>
                </a:solidFill>
                <a:latin typeface="Poppins Bold"/>
                <a:ea typeface="Poppins Bold"/>
                <a:cs typeface="Poppins Bold"/>
                <a:sym typeface="Poppins Bold"/>
              </a:rPr>
              <a:t>W</a:t>
            </a:r>
          </a:p>
        </p:txBody>
      </p:sp>
      <p:sp>
        <p:nvSpPr>
          <p:cNvPr name="TextBox 18" id="18"/>
          <p:cNvSpPr txBox="true"/>
          <p:nvPr/>
        </p:nvSpPr>
        <p:spPr>
          <a:xfrm rot="0">
            <a:off x="12960937" y="5885839"/>
            <a:ext cx="2110871" cy="1616085"/>
          </a:xfrm>
          <a:prstGeom prst="rect">
            <a:avLst/>
          </a:prstGeom>
        </p:spPr>
        <p:txBody>
          <a:bodyPr anchor="t" rtlCol="false" tIns="0" lIns="0" bIns="0" rIns="0">
            <a:spAutoFit/>
          </a:bodyPr>
          <a:lstStyle/>
          <a:p>
            <a:pPr algn="l">
              <a:lnSpc>
                <a:spcPts val="11281"/>
              </a:lnSpc>
            </a:pPr>
            <a:r>
              <a:rPr lang="en-US" b="true" sz="11630">
                <a:solidFill>
                  <a:srgbClr val="1C2120"/>
                </a:solidFill>
                <a:latin typeface="Poppins Bold"/>
                <a:ea typeface="Poppins Bold"/>
                <a:cs typeface="Poppins Bold"/>
                <a:sym typeface="Poppins Bold"/>
              </a:rPr>
              <a:t>O</a:t>
            </a:r>
          </a:p>
        </p:txBody>
      </p:sp>
      <p:sp>
        <p:nvSpPr>
          <p:cNvPr name="TextBox 19" id="19"/>
          <p:cNvSpPr txBox="true"/>
          <p:nvPr/>
        </p:nvSpPr>
        <p:spPr>
          <a:xfrm rot="0">
            <a:off x="13022113" y="2595991"/>
            <a:ext cx="1872183" cy="1616085"/>
          </a:xfrm>
          <a:prstGeom prst="rect">
            <a:avLst/>
          </a:prstGeom>
        </p:spPr>
        <p:txBody>
          <a:bodyPr anchor="t" rtlCol="false" tIns="0" lIns="0" bIns="0" rIns="0">
            <a:spAutoFit/>
          </a:bodyPr>
          <a:lstStyle/>
          <a:p>
            <a:pPr algn="l">
              <a:lnSpc>
                <a:spcPts val="11281"/>
              </a:lnSpc>
            </a:pPr>
            <a:r>
              <a:rPr lang="en-US" b="true" sz="11630">
                <a:solidFill>
                  <a:srgbClr val="1C2120"/>
                </a:solidFill>
                <a:latin typeface="Poppins Bold"/>
                <a:ea typeface="Poppins Bold"/>
                <a:cs typeface="Poppins Bold"/>
                <a:sym typeface="Poppins Bold"/>
              </a:rPr>
              <a:t>T</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AAD7D4"/>
        </a:solidFill>
      </p:bgPr>
    </p:bg>
    <p:spTree>
      <p:nvGrpSpPr>
        <p:cNvPr id="1" name=""/>
        <p:cNvGrpSpPr/>
        <p:nvPr/>
      </p:nvGrpSpPr>
      <p:grpSpPr>
        <a:xfrm>
          <a:off x="0" y="0"/>
          <a:ext cx="0" cy="0"/>
          <a:chOff x="0" y="0"/>
          <a:chExt cx="0" cy="0"/>
        </a:xfrm>
      </p:grpSpPr>
      <p:sp>
        <p:nvSpPr>
          <p:cNvPr name="TextBox 2" id="2"/>
          <p:cNvSpPr txBox="true"/>
          <p:nvPr/>
        </p:nvSpPr>
        <p:spPr>
          <a:xfrm rot="0">
            <a:off x="3182017" y="3400568"/>
            <a:ext cx="11923966" cy="2888952"/>
          </a:xfrm>
          <a:prstGeom prst="rect">
            <a:avLst/>
          </a:prstGeom>
        </p:spPr>
        <p:txBody>
          <a:bodyPr anchor="t" rtlCol="false" tIns="0" lIns="0" bIns="0" rIns="0">
            <a:spAutoFit/>
          </a:bodyPr>
          <a:lstStyle/>
          <a:p>
            <a:pPr algn="ctr">
              <a:lnSpc>
                <a:spcPts val="10460"/>
              </a:lnSpc>
            </a:pPr>
            <a:r>
              <a:rPr lang="en-US" b="true" sz="12023">
                <a:solidFill>
                  <a:srgbClr val="1C2120"/>
                </a:solidFill>
                <a:latin typeface="Poppins Bold"/>
                <a:ea typeface="Poppins Bold"/>
                <a:cs typeface="Poppins Bold"/>
                <a:sym typeface="Poppins Bold"/>
              </a:rPr>
              <a:t>Thank you very much!</a:t>
            </a:r>
          </a:p>
        </p:txBody>
      </p:sp>
      <p:grpSp>
        <p:nvGrpSpPr>
          <p:cNvPr name="Group 3" id="3"/>
          <p:cNvGrpSpPr/>
          <p:nvPr/>
        </p:nvGrpSpPr>
        <p:grpSpPr>
          <a:xfrm rot="0">
            <a:off x="5652409" y="6483944"/>
            <a:ext cx="6983181" cy="669188"/>
            <a:chOff x="0" y="0"/>
            <a:chExt cx="1839192" cy="176247"/>
          </a:xfrm>
        </p:grpSpPr>
        <p:sp>
          <p:nvSpPr>
            <p:cNvPr name="Freeform 4" id="4"/>
            <p:cNvSpPr/>
            <p:nvPr/>
          </p:nvSpPr>
          <p:spPr>
            <a:xfrm flipH="false" flipV="false" rot="0">
              <a:off x="0" y="0"/>
              <a:ext cx="1839192" cy="176247"/>
            </a:xfrm>
            <a:custGeom>
              <a:avLst/>
              <a:gdLst/>
              <a:ahLst/>
              <a:cxnLst/>
              <a:rect r="r" b="b" t="t" l="l"/>
              <a:pathLst>
                <a:path h="176247" w="1839192">
                  <a:moveTo>
                    <a:pt x="0" y="0"/>
                  </a:moveTo>
                  <a:lnTo>
                    <a:pt x="1839192" y="0"/>
                  </a:lnTo>
                  <a:lnTo>
                    <a:pt x="1839192" y="176247"/>
                  </a:lnTo>
                  <a:lnTo>
                    <a:pt x="0" y="176247"/>
                  </a:lnTo>
                  <a:close/>
                </a:path>
              </a:pathLst>
            </a:custGeom>
            <a:solidFill>
              <a:srgbClr val="AAD7D4"/>
            </a:solidFill>
            <a:ln w="28575" cap="sq">
              <a:solidFill>
                <a:srgbClr val="1C2120"/>
              </a:solidFill>
              <a:prstDash val="solid"/>
              <a:miter/>
            </a:ln>
          </p:spPr>
        </p:sp>
        <p:sp>
          <p:nvSpPr>
            <p:cNvPr name="TextBox 5" id="5"/>
            <p:cNvSpPr txBox="true"/>
            <p:nvPr/>
          </p:nvSpPr>
          <p:spPr>
            <a:xfrm>
              <a:off x="0" y="-38100"/>
              <a:ext cx="1839192" cy="214347"/>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5916295" y="6596449"/>
            <a:ext cx="6617965" cy="482280"/>
          </a:xfrm>
          <a:prstGeom prst="rect">
            <a:avLst/>
          </a:prstGeom>
        </p:spPr>
        <p:txBody>
          <a:bodyPr anchor="t" rtlCol="false" tIns="0" lIns="0" bIns="0" rIns="0">
            <a:spAutoFit/>
          </a:bodyPr>
          <a:lstStyle/>
          <a:p>
            <a:pPr algn="ctr">
              <a:lnSpc>
                <a:spcPts val="3445"/>
              </a:lnSpc>
            </a:pPr>
            <a:r>
              <a:rPr lang="en-US" sz="3445" spc="-68">
                <a:solidFill>
                  <a:srgbClr val="1C2120"/>
                </a:solidFill>
                <a:latin typeface="Poppins"/>
                <a:ea typeface="Poppins"/>
                <a:cs typeface="Poppins"/>
                <a:sym typeface="Poppins"/>
              </a:rPr>
              <a:t>PRESENTED BY HELENE PAQUET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DAG54RTHZI8</dc:identifier>
  <dcterms:modified xsi:type="dcterms:W3CDTF">2011-08-01T06:04:30Z</dcterms:modified>
  <cp:revision>1</cp:revision>
  <dc:title>Blue Minimalist Project Presentation</dc:title>
</cp:coreProperties>
</file>