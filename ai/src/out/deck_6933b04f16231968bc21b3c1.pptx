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lata"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font17.fntdata"/><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K-Maps is crucial for efficient circuit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1.jpg"/><Relationship Id="rId7"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96535" y="3317414"/>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PRESENTATION </a:t>
            </a:r>
          </a:p>
        </p:txBody>
      </p:sp>
      <p:sp>
        <p:nvSpPr>
          <p:cNvPr name="TextBox 7" id="7"/>
          <p:cNvSpPr txBox="true"/>
          <p:nvPr/>
        </p:nvSpPr>
        <p:spPr>
          <a:xfrm rot="0">
            <a:off x="5093368" y="5219700"/>
            <a:ext cx="8101265" cy="665278"/>
          </a:xfrm>
          <a:prstGeom prst="rect">
            <a:avLst/>
          </a:prstGeom>
        </p:spPr>
        <p:txBody>
          <a:bodyPr anchor="t" rtlCol="false" tIns="0" lIns="0" bIns="0" rIns="0">
            <a:spAutoFit/>
          </a:bodyPr>
          <a:lstStyle/>
          <a:p>
            <a:pPr algn="l">
              <a:lnSpc>
                <a:spcPts val="5168"/>
              </a:lnSpc>
            </a:pPr>
            <a:r>
              <a:rPr lang="en-US" sz="4922">
                <a:solidFill>
                  <a:srgbClr val="404C7D"/>
                </a:solidFill>
                <a:latin typeface="Alata"/>
                <a:ea typeface="Alata"/>
                <a:cs typeface="Alata"/>
                <a:sym typeface="Alata"/>
              </a:rPr>
              <a:t>by Claudia Alves</a:t>
            </a:r>
          </a:p>
        </p:txBody>
      </p:sp>
      <p:sp>
        <p:nvSpPr>
          <p:cNvPr id="8" name="TextBox 7"/>
          <p:cNvSpPr txBox="1"/>
          <p:nvPr/>
        </p:nvSpPr>
        <p:spPr>
          <a:xfrm>
            <a:off x="914400" y="457200"/>
            <a:ext cx="7315200" cy="1371600"/>
          </a:xfrm>
          <a:prstGeom prst="rect">
            <a:avLst/>
          </a:prstGeom>
          <a:noFill/>
        </p:spPr>
        <p:txBody>
          <a:bodyPr wrap="none">
            <a:spAutoFit/>
          </a:bodyPr>
          <a:lstStyle/>
          <a:p>
            <a:r>
              <a:t>Computer Science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INTRODOCUTION</a:t>
            </a:r>
          </a:p>
        </p:txBody>
      </p:sp>
      <p:sp>
        <p:nvSpPr>
          <p:cNvPr id="8" name="TextBox 7"/>
          <p:cNvSpPr txBox="1"/>
          <p:nvPr/>
        </p:nvSpPr>
        <p:spPr>
          <a:xfrm>
            <a:off x="914400" y="1371600"/>
            <a:ext cx="7315200" cy="4114800"/>
          </a:xfrm>
          <a:prstGeom prst="rect">
            <a:avLst/>
          </a:prstGeom>
          <a:noFill/>
        </p:spPr>
        <p:txBody>
          <a:bodyPr wrap="none">
            <a:spAutoFit/>
          </a:bodyPr>
          <a:lstStyle/>
          <a:p>
            <a:pPr>
              <a:defRPr sz="1800"/>
            </a:pPr>
            <a:r>
              <a:t>Karnaugh Maps are visual tools for simplifying Boolean expressions.</a:t>
            </a:r>
          </a:p>
          <a:p>
            <a:pPr>
              <a:defRPr sz="1800"/>
            </a:pPr>
            <a:r>
              <a:t>They help reduce complexity and improve efficiency.</a:t>
            </a:r>
          </a:p>
          <a:p>
            <a:pPr lvl="1">
              <a:defRPr sz="1200" i="1">
                <a:solidFill>
                  <a:srgbClr val="787878"/>
                </a:solidFill>
              </a:defRPr>
            </a:pPr>
            <a:r>
              <a:t>[Image placeholder] Getting Started with Boolean Expressions</a:t>
            </a:r>
          </a:p>
        </p:txBody>
      </p:sp>
      <p:pic>
        <p:nvPicPr>
          <p:cNvPr id="9" name="Picture 8" descr="_ppt_tmp_image.png"/>
          <p:cNvPicPr>
            <a:picLocks noChangeAspect="1"/>
          </p:cNvPicPr>
          <p:nvPr/>
        </p:nvPicPr>
        <p:blipFill>
          <a:blip r:embed="rId6"/>
          <a:stretch>
            <a:fillRect/>
          </a:stretch>
        </p:blipFill>
        <p:spPr>
          <a:xfrm>
            <a:off x="5486400" y="1828800"/>
            <a:ext cx="2743200" cy="21082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6299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a:p>
            <a:pPr algn="just">
              <a:lnSpc>
                <a:spcPts val="3360"/>
              </a:lnSpc>
            </a:pPr>
          </a:p>
          <a:p>
            <a:pPr algn="just">
              <a:lnSpc>
                <a:spcPts val="3360"/>
              </a:lnSpc>
            </a:pPr>
            <a:r>
              <a:rPr lang="en-US" sz="3200">
                <a:solidFill>
                  <a:srgbClr val="404C7D"/>
                </a:solidFill>
                <a:latin typeface="Alata"/>
                <a:ea typeface="Alata"/>
                <a:cs typeface="Alata"/>
                <a:sym typeface="Alata"/>
              </a:rPr>
              <a:t>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BACKGROUND</a:t>
            </a:r>
          </a:p>
        </p:txBody>
      </p:sp>
      <p:sp>
        <p:nvSpPr>
          <p:cNvPr id="8" name="TextBox 7"/>
          <p:cNvSpPr txBox="1"/>
          <p:nvPr/>
        </p:nvSpPr>
        <p:spPr>
          <a:xfrm>
            <a:off x="914400" y="1371600"/>
            <a:ext cx="7315200" cy="4114800"/>
          </a:xfrm>
          <a:prstGeom prst="rect">
            <a:avLst/>
          </a:prstGeom>
          <a:noFill/>
        </p:spPr>
        <p:txBody>
          <a:bodyPr wrap="none">
            <a:spAutoFit/>
          </a:bodyPr>
          <a:lstStyle/>
          <a:p>
            <a:pPr>
              <a:defRPr sz="1800"/>
            </a:pPr>
            <a:r>
              <a:t>Key concept overview</a:t>
            </a:r>
          </a:p>
          <a:p>
            <a:pPr>
              <a:defRPr sz="1800"/>
            </a:pPr>
            <a:r>
              <a:t>Supporting detail or fact</a:t>
            </a:r>
          </a:p>
          <a:p>
            <a:pPr>
              <a:defRPr sz="1800"/>
            </a:pPr>
            <a:r>
              <a:t>Classroom example</a:t>
            </a:r>
          </a:p>
          <a:p>
            <a:pPr lvl="1">
              <a:defRPr sz="1200" i="1">
                <a:solidFill>
                  <a:srgbClr val="787878"/>
                </a:solidFill>
              </a:defRPr>
            </a:pPr>
            <a:r>
              <a:t>[Image placeholder] Topic 2</a:t>
            </a:r>
          </a:p>
        </p:txBody>
      </p:sp>
      <p:pic>
        <p:nvPicPr>
          <p:cNvPr id="9" name="Picture 8" descr="_ppt_tmp_image.png"/>
          <p:cNvPicPr>
            <a:picLocks noChangeAspect="1"/>
          </p:cNvPicPr>
          <p:nvPr/>
        </p:nvPicPr>
        <p:blipFill>
          <a:blip r:embed="rId6"/>
          <a:stretch>
            <a:fillRect/>
          </a:stretch>
        </p:blipFill>
        <p:spPr>
          <a:xfrm>
            <a:off x="5486400" y="1828800"/>
            <a:ext cx="2743200" cy="191516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OVERVIEW</a:t>
            </a:r>
          </a:p>
        </p:txBody>
      </p:sp>
      <p:sp>
        <p:nvSpPr>
          <p:cNvPr name="TextBox 8" id="8"/>
          <p:cNvSpPr txBox="true"/>
          <p:nvPr/>
        </p:nvSpPr>
        <p:spPr>
          <a:xfrm rot="0">
            <a:off x="9581884"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
        <p:nvSpPr>
          <p:cNvPr id="9" name="TextBox 8"/>
          <p:cNvSpPr txBox="1"/>
          <p:nvPr/>
        </p:nvSpPr>
        <p:spPr>
          <a:xfrm>
            <a:off x="914400" y="1371600"/>
            <a:ext cx="7315200" cy="4114800"/>
          </a:xfrm>
          <a:prstGeom prst="rect">
            <a:avLst/>
          </a:prstGeom>
          <a:noFill/>
        </p:spPr>
        <p:txBody>
          <a:bodyPr wrap="none">
            <a:spAutoFit/>
          </a:bodyPr>
          <a:lstStyle/>
          <a:p>
            <a:pPr>
              <a:defRPr sz="1800"/>
            </a:pPr>
            <a:r>
              <a:t>Key concept overview</a:t>
            </a:r>
          </a:p>
          <a:p>
            <a:pPr>
              <a:defRPr sz="1800"/>
            </a:pPr>
            <a:r>
              <a:t>Supporting detail or fact</a:t>
            </a:r>
          </a:p>
          <a:p>
            <a:pPr>
              <a:defRPr sz="1800"/>
            </a:pPr>
            <a:r>
              <a:t>Classroom example</a:t>
            </a:r>
          </a:p>
          <a:p>
            <a:pPr lvl="1">
              <a:defRPr sz="1200" i="1">
                <a:solidFill>
                  <a:srgbClr val="787878"/>
                </a:solidFill>
              </a:defRPr>
            </a:pPr>
            <a:r>
              <a:t>[Image placeholder] Topic 3</a:t>
            </a:r>
          </a:p>
        </p:txBody>
      </p:sp>
      <p:pic>
        <p:nvPicPr>
          <p:cNvPr id="10" name="Picture 9" descr="_ppt_tmp_image.png"/>
          <p:cNvPicPr>
            <a:picLocks noChangeAspect="1"/>
          </p:cNvPicPr>
          <p:nvPr/>
        </p:nvPicPr>
        <p:blipFill>
          <a:blip r:embed="rId6"/>
          <a:stretch>
            <a:fillRect/>
          </a:stretch>
        </p:blipFill>
        <p:spPr>
          <a:xfrm>
            <a:off x="5486400" y="1828800"/>
            <a:ext cx="2743200" cy="191516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PROBLEM</a:t>
            </a:r>
          </a:p>
        </p:txBody>
      </p:sp>
      <p:sp>
        <p:nvSpPr>
          <p:cNvPr name="TextBox 8" id="8"/>
          <p:cNvSpPr txBox="true"/>
          <p:nvPr/>
        </p:nvSpPr>
        <p:spPr>
          <a:xfrm rot="0">
            <a:off x="2961033" y="5252643"/>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
        <p:nvSpPr>
          <p:cNvPr id="9" name="TextBox 8"/>
          <p:cNvSpPr txBox="1"/>
          <p:nvPr/>
        </p:nvSpPr>
        <p:spPr>
          <a:xfrm>
            <a:off x="914400" y="1371600"/>
            <a:ext cx="7315200" cy="4114800"/>
          </a:xfrm>
          <a:prstGeom prst="rect">
            <a:avLst/>
          </a:prstGeom>
          <a:noFill/>
        </p:spPr>
        <p:txBody>
          <a:bodyPr wrap="none">
            <a:spAutoFit/>
          </a:bodyPr>
          <a:lstStyle/>
          <a:p>
            <a:pPr>
              <a:defRPr sz="1800"/>
            </a:pPr>
            <a:r>
              <a:t>Key concept overview</a:t>
            </a:r>
          </a:p>
          <a:p>
            <a:pPr>
              <a:defRPr sz="1800"/>
            </a:pPr>
            <a:r>
              <a:t>Supporting detail or fact</a:t>
            </a:r>
          </a:p>
          <a:p>
            <a:pPr>
              <a:defRPr sz="1800"/>
            </a:pPr>
            <a:r>
              <a:t>Classroom example</a:t>
            </a:r>
          </a:p>
          <a:p>
            <a:pPr lvl="1">
              <a:defRPr sz="1200" i="1">
                <a:solidFill>
                  <a:srgbClr val="787878"/>
                </a:solidFill>
              </a:defRPr>
            </a:pPr>
            <a:r>
              <a:t>[Image placeholder] Topic 4</a:t>
            </a:r>
          </a:p>
        </p:txBody>
      </p:sp>
      <p:pic>
        <p:nvPicPr>
          <p:cNvPr id="10" name="Picture 9" descr="_ppt_tmp_image.png"/>
          <p:cNvPicPr>
            <a:picLocks noChangeAspect="1"/>
          </p:cNvPicPr>
          <p:nvPr/>
        </p:nvPicPr>
        <p:blipFill>
          <a:blip r:embed="rId6"/>
          <a:stretch>
            <a:fillRect/>
          </a:stretch>
        </p:blipFill>
        <p:spPr>
          <a:xfrm>
            <a:off x="5486400" y="1828800"/>
            <a:ext cx="2743200" cy="191516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37570" y="3546087"/>
            <a:ext cx="3390595" cy="4114800"/>
          </a:xfrm>
          <a:custGeom>
            <a:avLst/>
            <a:gdLst/>
            <a:ahLst/>
            <a:cxnLst/>
            <a:rect r="r" b="b" t="t" l="l"/>
            <a:pathLst>
              <a:path h="4114800" w="3390595">
                <a:moveTo>
                  <a:pt x="0" y="0"/>
                </a:moveTo>
                <a:lnTo>
                  <a:pt x="3390596" y="0"/>
                </a:lnTo>
                <a:lnTo>
                  <a:pt x="339059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907238" y="3405351"/>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OBJECTIVES</a:t>
            </a:r>
          </a:p>
        </p:txBody>
      </p:sp>
      <p:sp>
        <p:nvSpPr>
          <p:cNvPr name="TextBox 9" id="9"/>
          <p:cNvSpPr txBox="true"/>
          <p:nvPr/>
        </p:nvSpPr>
        <p:spPr>
          <a:xfrm rot="0">
            <a:off x="2907238" y="6031102"/>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
        <p:nvSpPr>
          <p:cNvPr id="10" name="TextBox 9"/>
          <p:cNvSpPr txBox="1"/>
          <p:nvPr/>
        </p:nvSpPr>
        <p:spPr>
          <a:xfrm>
            <a:off x="914400" y="1371600"/>
            <a:ext cx="7315200" cy="4114800"/>
          </a:xfrm>
          <a:prstGeom prst="rect">
            <a:avLst/>
          </a:prstGeom>
          <a:noFill/>
        </p:spPr>
        <p:txBody>
          <a:bodyPr wrap="none">
            <a:spAutoFit/>
          </a:bodyPr>
          <a:lstStyle/>
          <a:p>
            <a:pPr>
              <a:defRPr sz="1800"/>
            </a:pPr>
            <a:r>
              <a:t>Key concept overview</a:t>
            </a:r>
          </a:p>
          <a:p>
            <a:pPr>
              <a:defRPr sz="1800"/>
            </a:pPr>
            <a:r>
              <a:t>Supporting detail or fact</a:t>
            </a:r>
          </a:p>
          <a:p>
            <a:pPr>
              <a:defRPr sz="1800"/>
            </a:pPr>
            <a:r>
              <a:t>Classroom example</a:t>
            </a:r>
          </a:p>
          <a:p>
            <a:pPr lvl="1">
              <a:defRPr sz="1200" i="1">
                <a:solidFill>
                  <a:srgbClr val="787878"/>
                </a:solidFill>
              </a:defRPr>
            </a:pPr>
            <a:r>
              <a:t>[Image placeholder] Topic 5</a:t>
            </a:r>
          </a:p>
        </p:txBody>
      </p:sp>
      <p:pic>
        <p:nvPicPr>
          <p:cNvPr id="11" name="Picture 10" descr="_ppt_tmp_image.png"/>
          <p:cNvPicPr>
            <a:picLocks noChangeAspect="1"/>
          </p:cNvPicPr>
          <p:nvPr/>
        </p:nvPicPr>
        <p:blipFill>
          <a:blip r:embed="rId8"/>
          <a:stretch>
            <a:fillRect/>
          </a:stretch>
        </p:blipFill>
        <p:spPr>
          <a:xfrm>
            <a:off x="5486400" y="1828800"/>
            <a:ext cx="2743200" cy="191516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312616" y="3368177"/>
            <a:ext cx="4486692" cy="3540408"/>
          </a:xfrm>
          <a:custGeom>
            <a:avLst/>
            <a:gdLst/>
            <a:ahLst/>
            <a:cxnLst/>
            <a:rect r="r" b="b" t="t" l="l"/>
            <a:pathLst>
              <a:path h="3540408" w="4486692">
                <a:moveTo>
                  <a:pt x="0" y="0"/>
                </a:moveTo>
                <a:lnTo>
                  <a:pt x="4486692" y="0"/>
                </a:lnTo>
                <a:lnTo>
                  <a:pt x="4486692" y="3540408"/>
                </a:lnTo>
                <a:lnTo>
                  <a:pt x="0" y="3540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393930" y="2756672"/>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STRATEGY</a:t>
            </a:r>
          </a:p>
        </p:txBody>
      </p:sp>
      <p:sp>
        <p:nvSpPr>
          <p:cNvPr name="TextBox 9" id="9"/>
          <p:cNvSpPr txBox="true"/>
          <p:nvPr/>
        </p:nvSpPr>
        <p:spPr>
          <a:xfrm rot="0">
            <a:off x="7393930" y="4531995"/>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7393930" y="6307318"/>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id="11" name="TextBox 10"/>
          <p:cNvSpPr txBox="1"/>
          <p:nvPr/>
        </p:nvSpPr>
        <p:spPr>
          <a:xfrm>
            <a:off x="914400" y="1371600"/>
            <a:ext cx="7315200" cy="4114800"/>
          </a:xfrm>
          <a:prstGeom prst="rect">
            <a:avLst/>
          </a:prstGeom>
          <a:noFill/>
        </p:spPr>
        <p:txBody>
          <a:bodyPr wrap="none">
            <a:spAutoFit/>
          </a:bodyPr>
          <a:lstStyle/>
          <a:p>
            <a:pPr>
              <a:defRPr sz="1800"/>
            </a:pPr>
            <a:r>
              <a:t>Key concept overview</a:t>
            </a:r>
          </a:p>
          <a:p>
            <a:pPr>
              <a:defRPr sz="1800"/>
            </a:pPr>
            <a:r>
              <a:t>Supporting detail or fact</a:t>
            </a:r>
          </a:p>
          <a:p>
            <a:pPr>
              <a:defRPr sz="1800"/>
            </a:pPr>
            <a:r>
              <a:t>Classroom example</a:t>
            </a:r>
          </a:p>
          <a:p>
            <a:pPr lvl="1">
              <a:defRPr sz="1200" i="1">
                <a:solidFill>
                  <a:srgbClr val="787878"/>
                </a:solidFill>
              </a:defRPr>
            </a:pPr>
            <a:r>
              <a:t>[Image placeholder] Topic 6</a:t>
            </a:r>
          </a:p>
        </p:txBody>
      </p:sp>
      <p:pic>
        <p:nvPicPr>
          <p:cNvPr id="12" name="Picture 11" descr="_ppt_tmp_image.png"/>
          <p:cNvPicPr>
            <a:picLocks noChangeAspect="1"/>
          </p:cNvPicPr>
          <p:nvPr/>
        </p:nvPicPr>
        <p:blipFill>
          <a:blip r:embed="rId8"/>
          <a:stretch>
            <a:fillRect/>
          </a:stretch>
        </p:blipFill>
        <p:spPr>
          <a:xfrm>
            <a:off x="5486400" y="1828800"/>
            <a:ext cx="2743200" cy="191516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490858"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INSIGHT</a:t>
            </a:r>
          </a:p>
        </p:txBody>
      </p:sp>
      <p:sp>
        <p:nvSpPr>
          <p:cNvPr name="TextBox 8" id="8"/>
          <p:cNvSpPr txBox="true"/>
          <p:nvPr/>
        </p:nvSpPr>
        <p:spPr>
          <a:xfrm rot="0">
            <a:off x="9230179"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490858"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9230179"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id="11" name="TextBox 10"/>
          <p:cNvSpPr txBox="1"/>
          <p:nvPr/>
        </p:nvSpPr>
        <p:spPr>
          <a:xfrm>
            <a:off x="914400" y="1371600"/>
            <a:ext cx="7315200" cy="4114800"/>
          </a:xfrm>
          <a:prstGeom prst="rect">
            <a:avLst/>
          </a:prstGeom>
          <a:noFill/>
        </p:spPr>
        <p:txBody>
          <a:bodyPr wrap="none">
            <a:spAutoFit/>
          </a:bodyPr>
          <a:lstStyle/>
          <a:p>
            <a:pPr>
              <a:defRPr sz="1800"/>
            </a:pPr>
            <a:r>
              <a:t>Key concept overview</a:t>
            </a:r>
          </a:p>
          <a:p>
            <a:pPr>
              <a:defRPr sz="1800"/>
            </a:pPr>
            <a:r>
              <a:t>Supporting detail or fact</a:t>
            </a:r>
          </a:p>
          <a:p>
            <a:pPr>
              <a:defRPr sz="1800"/>
            </a:pPr>
            <a:r>
              <a:t>Classroom example</a:t>
            </a:r>
          </a:p>
          <a:p>
            <a:pPr lvl="1">
              <a:defRPr sz="1200" i="1">
                <a:solidFill>
                  <a:srgbClr val="787878"/>
                </a:solidFill>
              </a:defRPr>
            </a:pPr>
            <a:r>
              <a:t>[Image placeholder] Topic 7</a:t>
            </a:r>
          </a:p>
        </p:txBody>
      </p:sp>
      <p:pic>
        <p:nvPicPr>
          <p:cNvPr id="12" name="Picture 11" descr="_ppt_tmp_image.png"/>
          <p:cNvPicPr>
            <a:picLocks noChangeAspect="1"/>
          </p:cNvPicPr>
          <p:nvPr/>
        </p:nvPicPr>
        <p:blipFill>
          <a:blip r:embed="rId6"/>
          <a:stretch>
            <a:fillRect/>
          </a:stretch>
        </p:blipFill>
        <p:spPr>
          <a:xfrm>
            <a:off x="5486400" y="1828800"/>
            <a:ext cx="2743200" cy="191516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387793" y="2628889"/>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SOLUTION</a:t>
            </a:r>
          </a:p>
        </p:txBody>
      </p:sp>
      <p:sp>
        <p:nvSpPr>
          <p:cNvPr name="TextBox 8" id="8"/>
          <p:cNvSpPr txBox="true"/>
          <p:nvPr/>
        </p:nvSpPr>
        <p:spPr>
          <a:xfrm rot="0">
            <a:off x="2387793" y="4034001"/>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387793" y="5439112"/>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2387793" y="6844224"/>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3240667"/>
            <a:ext cx="11763732" cy="46234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CONCLUSION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612753" y="4376318"/>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DAG54YlioDo</dc:identifier>
  <dcterms:modified xsi:type="dcterms:W3CDTF">2011-08-01T06:04:30Z</dcterms:modified>
  <cp:revision>1</cp:revision>
  <dc:title>Grey Blue Minimalist Modern Presentation </dc:title>
</cp:coreProperties>
</file>