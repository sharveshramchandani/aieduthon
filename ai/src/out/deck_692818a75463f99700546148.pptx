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Photosynthesis for clas 10; Provide practical examples of Photosynthesis for clas 10; Connect Photosynthesis for clas 10 to real-world applications</a:t>
            </a:r>
          </a:p>
          <a:p>
            <a:r>
              <a:t>Talking points: Point 1: Key concept related to Photosynthesis for clas 10; Elaborate on: Key concept related to Photosynthesis for clas 10; Point 2: Important aspect of Photosynthesis for clas 10; Elaborate on: Important aspect of Photosynthesis for clas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for clas 10 - General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09:24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for clas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concept related to Photosynthesis for clas 10</a:t>
            </a:r>
          </a:p>
          <a:p>
            <a:pPr>
              <a:defRPr sz="1800"/>
            </a:pPr>
            <a:r>
              <a:t>Important aspect of Photosynthesis for clas 10</a:t>
            </a:r>
          </a:p>
          <a:p>
            <a:pPr>
              <a:defRPr sz="1800"/>
            </a:pPr>
            <a:r>
              <a:t>Practical application of Photosynthesis for clas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