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What is Computer Science?; Provide practical examples of What is Computer Science?; Connect What is Computer Science? to real-world applications</a:t>
            </a:r>
          </a:p>
          <a:p>
            <a:r>
              <a:t>Talking points: Point 1: It’s the study of computation and information.; Elaborate on: It’s the study of computation and information.; Point 2: It’s about problem-solving and logic.; Elaborate on: It’s about problem-solving and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Topic 2; Provide practical examples of Topic 2; Connect Topic 2 to real-world applications</a:t>
            </a:r>
          </a:p>
          <a:p>
            <a:r>
              <a:t>Talking points: Point 1: Key concept overview; Elaborate on: Key concept overview; Point 2: Supporting detail or fact; Elaborate on: Supporting detail or fact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Topic 3; Provide practical examples of Topic 3; Connect Topic 3 to real-world applications</a:t>
            </a:r>
          </a:p>
          <a:p>
            <a:r>
              <a:t>Talking points: Point 1: Key concept overview; Elaborate on: Key concept overview; Point 2: Supporting detail or fact; Elaborate on: Supporting detail or fact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Topic 4; Provide practical examples of Topic 4; Connect Topic 4 to real-world applications</a:t>
            </a:r>
          </a:p>
          <a:p>
            <a:r>
              <a:t>Talking points: Point 1: Key concept overview; Elaborate on: Key concept overview; Point 2: Supporting detail or fact; Elaborate on: Supporting detail or fact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Topic 5; Provide practical examples of Topic 5; Connect Topic 5 to real-world applications</a:t>
            </a:r>
          </a:p>
          <a:p>
            <a:r>
              <a:t>Talking points: Point 1: Key concept overview; Elaborate on: Key concept overview; Point 2: Supporting detail or fact; Elaborate on: Supporting detail or fact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11:46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Computer Science?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It’s the study of computation and information.</a:t>
            </a:r>
          </a:p>
          <a:p>
            <a:pPr>
              <a:defRPr sz="1800"/>
            </a:pPr>
            <a:r>
              <a:t>It’s about problem-solving and logic.</a:t>
            </a:r>
          </a:p>
          <a:p>
            <a:pPr>
              <a:defRPr sz="1800"/>
            </a:pPr>
            <a:r>
              <a:t>It’s a broad field with many sub-disciplines.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What is Computer Science?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Key concept overview</a:t>
            </a:r>
          </a:p>
          <a:p>
            <a:pPr>
              <a:defRPr sz="1800"/>
            </a:pPr>
            <a:r>
              <a:t>Supporting detail or fact</a:t>
            </a:r>
          </a:p>
          <a:p>
            <a:pPr>
              <a:defRPr sz="1800"/>
            </a:pPr>
            <a:r>
              <a:t>Classroom example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Topic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Key concept overview</a:t>
            </a:r>
          </a:p>
          <a:p>
            <a:pPr>
              <a:defRPr sz="1800"/>
            </a:pPr>
            <a:r>
              <a:t>Supporting detail or fact</a:t>
            </a:r>
          </a:p>
          <a:p>
            <a:pPr>
              <a:defRPr sz="1800"/>
            </a:pPr>
            <a:r>
              <a:t>Classroom example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Topic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Key concept overview</a:t>
            </a:r>
          </a:p>
          <a:p>
            <a:pPr>
              <a:defRPr sz="1800"/>
            </a:pPr>
            <a:r>
              <a:t>Supporting detail or fact</a:t>
            </a:r>
          </a:p>
          <a:p>
            <a:pPr>
              <a:defRPr sz="1800"/>
            </a:pPr>
            <a:r>
              <a:t>Classroom example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Topic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Key concept overview</a:t>
            </a:r>
          </a:p>
          <a:p>
            <a:pPr>
              <a:defRPr sz="1800"/>
            </a:pPr>
            <a:r>
              <a:t>Supporting detail or fact</a:t>
            </a:r>
          </a:p>
          <a:p>
            <a:pPr>
              <a:defRPr sz="1800"/>
            </a:pPr>
            <a:r>
              <a:t>Classroom example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Topic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