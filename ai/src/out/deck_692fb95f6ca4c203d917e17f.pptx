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a broad definition to set the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cells as fundamental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Cell Structure; Provide practical examples of Cell Structure; Connect Cell Structure to real-world applications</a:t>
            </a:r>
          </a:p>
          <a:p>
            <a:r>
              <a:t>Talking points: Point 1: Cell membrane: controls what enters and exits.; Elaborate on: Cell membrane: controls what enters and exits.; Point 2: Cytoplasm: the jelly-like substance inside.; Elaborate on: Cytoplasm: the jelly-like substance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DNA and Genes; Provide practical examples of DNA and Genes; Connect DNA and Genes to real-world applications</a:t>
            </a:r>
          </a:p>
          <a:p>
            <a:r>
              <a:t>Talking points: Point 1: DNA (deoxyribonucleic acid) carries genetic information.; Elaborate on: DNA (deoxyribonucleic acid) carries genetic information.; Point 2: Genes are segments of DNA that code for traits.; Elaborate on: Genes are segments of DNA that code for 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Evolution and Adaptation; Provide practical examples of Evolution and Adaptation; Connect Evolution and Adaptation to real-world applications</a:t>
            </a:r>
          </a:p>
          <a:p>
            <a:r>
              <a:t>Talking points: Point 1: Evolution is the change in living organisms over time.; Elaborate on: Evolution is the change in living organisms over time.; Point 2: Adaptation is a trait that helps an organism survive.; Elaborate on: Adaptation is a trait that helps an organism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Key Biological Concepts; Provide practical examples of Key Biological Concepts; Connect Key Biological Concepts to real-world applications</a:t>
            </a:r>
          </a:p>
          <a:p>
            <a:r>
              <a:t>Talking points: Point 1: Photosynthesis: plants create food.; Elaborate on: Photosynthesis: plants create food.; Point 2: Cellular Respiration: organisms use energy.; Elaborate on: Cellular Respiration: organisms use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Biology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2025-12-03 04:16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Biology is the study of life.</a:t>
            </a:r>
          </a:p>
          <a:p>
            <a:pPr>
              <a:defRPr sz="1800"/>
            </a:pPr>
            <a:r>
              <a:t>It explores all living things.</a:t>
            </a:r>
          </a:p>
          <a:p>
            <a:pPr>
              <a:defRPr sz="1800"/>
            </a:pPr>
            <a:r>
              <a:t>It examines their structure, function, and behavior.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What is Biology?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Levels of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Organisms are made of cells.</a:t>
            </a:r>
          </a:p>
          <a:p>
            <a:pPr>
              <a:defRPr sz="1800"/>
            </a:pPr>
            <a:r>
              <a:t>Cells are the basic building blocks of life.</a:t>
            </a:r>
          </a:p>
          <a:p>
            <a:pPr>
              <a:defRPr sz="1800"/>
            </a:pPr>
            <a:r>
              <a:t>Organisms are groups of cells working together.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Basic Levels of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Cell membrane: controls what enters and exits.</a:t>
            </a:r>
          </a:p>
          <a:p>
            <a:pPr>
              <a:defRPr sz="1800"/>
            </a:pPr>
            <a:r>
              <a:t>Cytoplasm: the jelly-like substance inside.</a:t>
            </a:r>
          </a:p>
          <a:p>
            <a:pPr>
              <a:defRPr sz="1800"/>
            </a:pPr>
            <a:r>
              <a:t>Nucleus: contains DNA and controls cell activities.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Cell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DNA and Genes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DNA (deoxyribonucleic acid) carries genetic information.</a:t>
            </a:r>
          </a:p>
          <a:p>
            <a:pPr>
              <a:defRPr sz="1800"/>
            </a:pPr>
            <a:r>
              <a:t>Genes are segments of DNA that code for traits.</a:t>
            </a:r>
          </a:p>
          <a:p>
            <a:pPr>
              <a:defRPr sz="1800"/>
            </a:pPr>
            <a:r>
              <a:t>Inheritance allows traits to be passed down.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DNA and 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and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Evolution is the change in living organisms over time.</a:t>
            </a:r>
          </a:p>
          <a:p>
            <a:pPr>
              <a:defRPr sz="1800"/>
            </a:pPr>
            <a:r>
              <a:t>Adaptation is a trait that helps an organism survive.</a:t>
            </a:r>
          </a:p>
          <a:p>
            <a:pPr>
              <a:defRPr sz="1800"/>
            </a:pPr>
            <a:r>
              <a:t>Natural selection drives adaptation.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Evolution and Adaptation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Biological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Photosynthesis: plants create food.</a:t>
            </a:r>
          </a:p>
          <a:p>
            <a:pPr>
              <a:defRPr sz="1800"/>
            </a:pPr>
            <a:r>
              <a:t>Cellular Respiration: organisms use energy.</a:t>
            </a:r>
          </a:p>
          <a:p>
            <a:pPr>
              <a:defRPr sz="1800"/>
            </a:pPr>
            <a:r>
              <a:t>Homeostasis: maintaining a stable internal environment.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Key Biological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