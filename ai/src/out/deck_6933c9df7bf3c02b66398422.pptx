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2.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lata"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font1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9.png"/><Relationship Id="rId7" Type="http://schemas.openxmlformats.org/officeDocument/2006/relationships/image" Target="../media/image10.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296535" y="3317414"/>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PRESENTATION </a:t>
            </a:r>
          </a:p>
        </p:txBody>
      </p:sp>
      <p:sp>
        <p:nvSpPr>
          <p:cNvPr name="TextBox 7" id="7"/>
          <p:cNvSpPr txBox="true"/>
          <p:nvPr/>
        </p:nvSpPr>
        <p:spPr>
          <a:xfrm rot="0">
            <a:off x="5093368" y="5219700"/>
            <a:ext cx="8101265" cy="665278"/>
          </a:xfrm>
          <a:prstGeom prst="rect">
            <a:avLst/>
          </a:prstGeom>
        </p:spPr>
        <p:txBody>
          <a:bodyPr anchor="t" rtlCol="false" tIns="0" lIns="0" bIns="0" rIns="0">
            <a:spAutoFit/>
          </a:bodyPr>
          <a:lstStyle/>
          <a:p>
            <a:pPr algn="l">
              <a:lnSpc>
                <a:spcPts val="5168"/>
              </a:lnSpc>
            </a:pPr>
            <a:r>
              <a:rPr lang="en-US" sz="4922">
                <a:solidFill>
                  <a:srgbClr val="404C7D"/>
                </a:solidFill>
                <a:latin typeface="Alata"/>
                <a:ea typeface="Alata"/>
                <a:cs typeface="Alata"/>
                <a:sym typeface="Alata"/>
              </a:rPr>
              <a:t>by Claudia Alves</a:t>
            </a:r>
          </a:p>
        </p:txBody>
      </p:sp>
      <p:sp>
        <p:nvSpPr>
          <p:cNvPr id="8" name="TextBox 7"/>
          <p:cNvSpPr txBox="1"/>
          <p:nvPr/>
        </p:nvSpPr>
        <p:spPr>
          <a:xfrm>
            <a:off x="914400" y="457200"/>
            <a:ext cx="7315200" cy="1371600"/>
          </a:xfrm>
          <a:prstGeom prst="rect">
            <a:avLst/>
          </a:prstGeom>
          <a:noFill/>
        </p:spPr>
        <p:txBody>
          <a:bodyPr wrap="none">
            <a:spAutoFit/>
          </a:bodyPr>
          <a:lstStyle/>
          <a:p>
            <a:r>
              <a:t>Computer Science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INTRODOCUTION</a:t>
            </a:r>
          </a:p>
        </p:txBody>
      </p:sp>
      <p:sp>
        <p:nvSpPr>
          <p:cNvPr id="8" name="TextBox 7"/>
          <p:cNvSpPr txBox="1"/>
          <p:nvPr/>
        </p:nvSpPr>
        <p:spPr>
          <a:xfrm>
            <a:off x="914400" y="1371600"/>
            <a:ext cx="7315200" cy="4114800"/>
          </a:xfrm>
          <a:prstGeom prst="rect">
            <a:avLst/>
          </a:prstGeom>
          <a:noFill/>
        </p:spPr>
        <p:txBody>
          <a:bodyPr wrap="none">
            <a:spAutoFit/>
          </a:bodyPr>
          <a:lstStyle/>
          <a:p>
            <a:pPr>
              <a:defRPr sz="1800"/>
            </a:pPr>
            <a:r>
              <a:t>Key concept related to Introduction</a:t>
            </a:r>
          </a:p>
          <a:p>
            <a:pPr>
              <a:defRPr sz="1800"/>
            </a:pPr>
            <a:r>
              <a:t>Important aspect of Introduction</a:t>
            </a:r>
          </a:p>
          <a:p>
            <a:pPr>
              <a:defRPr sz="1800"/>
            </a:pPr>
            <a:r>
              <a:t>Practical application of Introduction</a:t>
            </a:r>
          </a:p>
        </p:txBody>
      </p:sp>
      <p:pic>
        <p:nvPicPr>
          <p:cNvPr id="9" name="Picture 8" descr="_ppt_tmp_image.png"/>
          <p:cNvPicPr>
            <a:picLocks noChangeAspect="1"/>
          </p:cNvPicPr>
          <p:nvPr/>
        </p:nvPicPr>
        <p:blipFill>
          <a:blip r:embed="rId6"/>
          <a:stretch>
            <a:fillRect/>
          </a:stretch>
        </p:blipFill>
        <p:spPr>
          <a:xfrm>
            <a:off x="5486400" y="1828800"/>
            <a:ext cx="2743200" cy="1828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2591988"/>
            <a:ext cx="11763732" cy="6299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a:p>
            <a:pPr algn="just">
              <a:lnSpc>
                <a:spcPts val="3360"/>
              </a:lnSpc>
            </a:pPr>
          </a:p>
          <a:p>
            <a:pPr algn="just">
              <a:lnSpc>
                <a:spcPts val="3360"/>
              </a:lnSpc>
            </a:pPr>
            <a:r>
              <a:rPr lang="en-US" sz="3200">
                <a:solidFill>
                  <a:srgbClr val="404C7D"/>
                </a:solidFill>
                <a:latin typeface="Alata"/>
                <a:ea typeface="Alata"/>
                <a:cs typeface="Alata"/>
                <a:sym typeface="Alata"/>
              </a:rPr>
              <a:t>In hac habitasse platea dictumst. Nam tortor urna, semper ac nulla id, porttitor semper felis. Phasellus blandit eros viverra, ultricies nibh nec, viverra ipsum. Ut nec gravida massa, eu convallis est. Donec sed purus non ipsum cursus molestie sit amet nec lorem. Aliquam eget turpis eros. Duis elementum dolor a nisi gravida, sit amet laoreet lorem efficitur.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BACKGROUND</a:t>
            </a:r>
          </a:p>
        </p:txBody>
      </p:sp>
      <p:sp>
        <p:nvSpPr>
          <p:cNvPr id="8" name="TextBox 7"/>
          <p:cNvSpPr txBox="1"/>
          <p:nvPr/>
        </p:nvSpPr>
        <p:spPr>
          <a:xfrm>
            <a:off x="914400" y="1371600"/>
            <a:ext cx="7315200" cy="4114800"/>
          </a:xfrm>
          <a:prstGeom prst="rect">
            <a:avLst/>
          </a:prstGeom>
          <a:noFill/>
        </p:spPr>
        <p:txBody>
          <a:bodyPr wrap="none">
            <a:spAutoFit/>
          </a:bodyPr>
          <a:lstStyle/>
          <a:p>
            <a:pPr>
              <a:defRPr sz="1800"/>
            </a:pPr>
            <a:r>
              <a:t>Key concept related to Main Points</a:t>
            </a:r>
          </a:p>
          <a:p>
            <a:pPr>
              <a:defRPr sz="1800"/>
            </a:pPr>
            <a:r>
              <a:t>Important aspect of Main Points</a:t>
            </a:r>
          </a:p>
          <a:p>
            <a:pPr>
              <a:defRPr sz="1800"/>
            </a:pPr>
            <a:r>
              <a:t>Practical application of Main Points</a:t>
            </a:r>
          </a:p>
        </p:txBody>
      </p:sp>
      <p:pic>
        <p:nvPicPr>
          <p:cNvPr id="9" name="Picture 8" descr="_ppt_tmp_image.png"/>
          <p:cNvPicPr>
            <a:picLocks noChangeAspect="1"/>
          </p:cNvPicPr>
          <p:nvPr/>
        </p:nvPicPr>
        <p:blipFill>
          <a:blip r:embed="rId6"/>
          <a:stretch>
            <a:fillRect/>
          </a:stretch>
        </p:blipFill>
        <p:spPr>
          <a:xfrm>
            <a:off x="5486400" y="1828800"/>
            <a:ext cx="2743200" cy="153924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OVERVIEW</a:t>
            </a:r>
          </a:p>
        </p:txBody>
      </p:sp>
      <p:sp>
        <p:nvSpPr>
          <p:cNvPr name="TextBox 8" id="8"/>
          <p:cNvSpPr txBox="true"/>
          <p:nvPr/>
        </p:nvSpPr>
        <p:spPr>
          <a:xfrm rot="0">
            <a:off x="9581884" y="2725032"/>
            <a:ext cx="5662924" cy="58807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a:t>
            </a:r>
          </a:p>
        </p:txBody>
      </p:sp>
      <p:sp>
        <p:nvSpPr>
          <p:cNvPr id="9" name="TextBox 8"/>
          <p:cNvSpPr txBox="1"/>
          <p:nvPr/>
        </p:nvSpPr>
        <p:spPr>
          <a:xfrm>
            <a:off x="914400" y="1371600"/>
            <a:ext cx="7315200" cy="4114800"/>
          </a:xfrm>
          <a:prstGeom prst="rect">
            <a:avLst/>
          </a:prstGeom>
          <a:noFill/>
        </p:spPr>
        <p:txBody>
          <a:bodyPr wrap="none">
            <a:spAutoFit/>
          </a:bodyPr>
          <a:lstStyle/>
          <a:p>
            <a:pPr>
              <a:defRPr sz="1800"/>
            </a:pPr>
            <a:r>
              <a:t>Key concept related to Examples</a:t>
            </a:r>
          </a:p>
          <a:p>
            <a:pPr>
              <a:defRPr sz="1800"/>
            </a:pPr>
            <a:r>
              <a:t>Important aspect of Examples</a:t>
            </a:r>
          </a:p>
          <a:p>
            <a:pPr>
              <a:defRPr sz="1800"/>
            </a:pPr>
            <a:r>
              <a:t>Practical application of Examples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07238" y="2725032"/>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PROBLEM</a:t>
            </a:r>
          </a:p>
        </p:txBody>
      </p:sp>
      <p:sp>
        <p:nvSpPr>
          <p:cNvPr name="TextBox 8" id="8"/>
          <p:cNvSpPr txBox="true"/>
          <p:nvPr/>
        </p:nvSpPr>
        <p:spPr>
          <a:xfrm rot="0">
            <a:off x="2961033" y="5252643"/>
            <a:ext cx="13122726"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p:txBody>
      </p:sp>
      <p:sp>
        <p:nvSpPr>
          <p:cNvPr id="9" name="TextBox 8"/>
          <p:cNvSpPr txBox="1"/>
          <p:nvPr/>
        </p:nvSpPr>
        <p:spPr>
          <a:xfrm>
            <a:off x="914400" y="1371600"/>
            <a:ext cx="7315200" cy="4114800"/>
          </a:xfrm>
          <a:prstGeom prst="rect">
            <a:avLst/>
          </a:prstGeom>
          <a:noFill/>
        </p:spPr>
        <p:txBody>
          <a:bodyPr wrap="none">
            <a:spAutoFit/>
          </a:bodyPr>
          <a:lstStyle/>
          <a:p>
            <a:pPr>
              <a:defRPr sz="1800"/>
            </a:pPr>
            <a:r>
              <a:t>Key concept related to Summary</a:t>
            </a:r>
          </a:p>
          <a:p>
            <a:pPr>
              <a:defRPr sz="1800"/>
            </a:pPr>
            <a:r>
              <a:t>Important aspect of Summary</a:t>
            </a:r>
          </a:p>
          <a:p>
            <a:pPr>
              <a:defRPr sz="1800"/>
            </a:pPr>
            <a:r>
              <a:t>Practical application of Summary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37570" y="3546087"/>
            <a:ext cx="3390595" cy="4114800"/>
          </a:xfrm>
          <a:custGeom>
            <a:avLst/>
            <a:gdLst/>
            <a:ahLst/>
            <a:cxnLst/>
            <a:rect r="r" b="b" t="t" l="l"/>
            <a:pathLst>
              <a:path h="4114800" w="3390595">
                <a:moveTo>
                  <a:pt x="0" y="0"/>
                </a:moveTo>
                <a:lnTo>
                  <a:pt x="3390596" y="0"/>
                </a:lnTo>
                <a:lnTo>
                  <a:pt x="339059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907238" y="3405351"/>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OBJECTIVES</a:t>
            </a:r>
          </a:p>
        </p:txBody>
      </p:sp>
      <p:sp>
        <p:nvSpPr>
          <p:cNvPr name="TextBox 9" id="9"/>
          <p:cNvSpPr txBox="true"/>
          <p:nvPr/>
        </p:nvSpPr>
        <p:spPr>
          <a:xfrm rot="0">
            <a:off x="2907238" y="6031102"/>
            <a:ext cx="8701383" cy="21088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a:t>
            </a:r>
          </a:p>
        </p:txBody>
      </p:sp>
      <p:sp>
        <p:nvSpPr>
          <p:cNvPr id="10" name="TextBox 9"/>
          <p:cNvSpPr txBox="1"/>
          <p:nvPr/>
        </p:nvSpPr>
        <p:spPr>
          <a:xfrm>
            <a:off x="914400" y="1371600"/>
            <a:ext cx="7315200" cy="4114800"/>
          </a:xfrm>
          <a:prstGeom prst="rect">
            <a:avLst/>
          </a:prstGeom>
          <a:noFill/>
        </p:spPr>
        <p:txBody>
          <a:bodyPr wrap="none">
            <a:spAutoFit/>
          </a:bodyPr>
          <a:lstStyle/>
          <a:p>
            <a:pPr>
              <a:defRPr sz="1800"/>
            </a:pPr>
            <a:r>
              <a:t>Key concept related to Topic 5</a:t>
            </a:r>
          </a:p>
          <a:p>
            <a:pPr>
              <a:defRPr sz="1800"/>
            </a:pPr>
            <a:r>
              <a:t>Important aspect of Topic 5</a:t>
            </a:r>
          </a:p>
          <a:p>
            <a:pPr>
              <a:defRPr sz="1800"/>
            </a:pPr>
            <a:r>
              <a:t>Practical application of Topic 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312616" y="3368177"/>
            <a:ext cx="4486692" cy="3540408"/>
          </a:xfrm>
          <a:custGeom>
            <a:avLst/>
            <a:gdLst/>
            <a:ahLst/>
            <a:cxnLst/>
            <a:rect r="r" b="b" t="t" l="l"/>
            <a:pathLst>
              <a:path h="3540408" w="4486692">
                <a:moveTo>
                  <a:pt x="0" y="0"/>
                </a:moveTo>
                <a:lnTo>
                  <a:pt x="4486692" y="0"/>
                </a:lnTo>
                <a:lnTo>
                  <a:pt x="4486692" y="3540408"/>
                </a:lnTo>
                <a:lnTo>
                  <a:pt x="0" y="35404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393930" y="2756672"/>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8" id="8"/>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STRATEGY</a:t>
            </a:r>
          </a:p>
        </p:txBody>
      </p:sp>
      <p:sp>
        <p:nvSpPr>
          <p:cNvPr name="TextBox 9" id="9"/>
          <p:cNvSpPr txBox="true"/>
          <p:nvPr/>
        </p:nvSpPr>
        <p:spPr>
          <a:xfrm rot="0">
            <a:off x="7393930" y="4531995"/>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7393930" y="6307318"/>
            <a:ext cx="8701383" cy="12706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id="11" name="TextBox 10"/>
          <p:cNvSpPr txBox="1"/>
          <p:nvPr/>
        </p:nvSpPr>
        <p:spPr>
          <a:xfrm>
            <a:off x="914400" y="1371600"/>
            <a:ext cx="7315200" cy="4114800"/>
          </a:xfrm>
          <a:prstGeom prst="rect">
            <a:avLst/>
          </a:prstGeom>
          <a:noFill/>
        </p:spPr>
        <p:txBody>
          <a:bodyPr wrap="none">
            <a:spAutoFit/>
          </a:bodyPr>
          <a:lstStyle/>
          <a:p>
            <a:pPr>
              <a:defRPr sz="1800"/>
            </a:pPr>
            <a:r>
              <a:t>Key concept related to Topic 6</a:t>
            </a:r>
          </a:p>
          <a:p>
            <a:pPr>
              <a:defRPr sz="1800"/>
            </a:pPr>
            <a:r>
              <a:t>Important aspect of Topic 6</a:t>
            </a:r>
          </a:p>
          <a:p>
            <a:pPr>
              <a:defRPr sz="1800"/>
            </a:pPr>
            <a:r>
              <a:t>Practical application of Topic 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490858"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INSIGHT</a:t>
            </a:r>
          </a:p>
        </p:txBody>
      </p:sp>
      <p:sp>
        <p:nvSpPr>
          <p:cNvPr name="TextBox 8" id="8"/>
          <p:cNvSpPr txBox="true"/>
          <p:nvPr/>
        </p:nvSpPr>
        <p:spPr>
          <a:xfrm rot="0">
            <a:off x="9230179" y="3081012"/>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490858"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9230179" y="5665955"/>
            <a:ext cx="6214782" cy="21088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id="11" name="TextBox 10"/>
          <p:cNvSpPr txBox="1"/>
          <p:nvPr/>
        </p:nvSpPr>
        <p:spPr>
          <a:xfrm>
            <a:off x="914400" y="1371600"/>
            <a:ext cx="7315200" cy="4114800"/>
          </a:xfrm>
          <a:prstGeom prst="rect">
            <a:avLst/>
          </a:prstGeom>
          <a:noFill/>
        </p:spPr>
        <p:txBody>
          <a:bodyPr wrap="none">
            <a:spAutoFit/>
          </a:bodyPr>
          <a:lstStyle/>
          <a:p>
            <a:pPr>
              <a:defRPr sz="1800"/>
            </a:pPr>
            <a:r>
              <a:t>Key concept related to Topic 7</a:t>
            </a:r>
          </a:p>
          <a:p>
            <a:pPr>
              <a:defRPr sz="1800"/>
            </a:pPr>
            <a:r>
              <a:t>Important aspect of Topic 7</a:t>
            </a:r>
          </a:p>
          <a:p>
            <a:pPr>
              <a:defRPr sz="1800"/>
            </a:pPr>
            <a:r>
              <a:t>Practical application of Topic 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387793" y="2628889"/>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SOLUTION</a:t>
            </a:r>
          </a:p>
        </p:txBody>
      </p:sp>
      <p:sp>
        <p:nvSpPr>
          <p:cNvPr name="TextBox 8" id="8"/>
          <p:cNvSpPr txBox="true"/>
          <p:nvPr/>
        </p:nvSpPr>
        <p:spPr>
          <a:xfrm rot="0">
            <a:off x="2387793" y="4034001"/>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9" id="9"/>
          <p:cNvSpPr txBox="true"/>
          <p:nvPr/>
        </p:nvSpPr>
        <p:spPr>
          <a:xfrm rot="0">
            <a:off x="2387793" y="5439112"/>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
        <p:nvSpPr>
          <p:cNvPr name="TextBox 10" id="10"/>
          <p:cNvSpPr txBox="true"/>
          <p:nvPr/>
        </p:nvSpPr>
        <p:spPr>
          <a:xfrm rot="0">
            <a:off x="2387793" y="6844224"/>
            <a:ext cx="13512414" cy="851535"/>
          </a:xfrm>
          <a:prstGeom prst="rect">
            <a:avLst/>
          </a:prstGeom>
        </p:spPr>
        <p:txBody>
          <a:bodyPr anchor="t" rtlCol="false" tIns="0" lIns="0" bIns="0" rIns="0">
            <a:spAutoFit/>
          </a:bodyPr>
          <a:lstStyle/>
          <a:p>
            <a:pPr algn="just" marL="690881" indent="-345440" lvl="1">
              <a:lnSpc>
                <a:spcPts val="3360"/>
              </a:lnSpc>
              <a:buFont typeface="Arial"/>
              <a:buChar char="•"/>
            </a:pPr>
            <a:r>
              <a:rPr lang="en-US" sz="3200">
                <a:solidFill>
                  <a:srgbClr val="404C7D"/>
                </a:solidFill>
                <a:latin typeface="Alata"/>
                <a:ea typeface="Alata"/>
                <a:cs typeface="Alata"/>
                <a:sym typeface="Alata"/>
              </a:rPr>
              <a:t>Lorem ipsum dolor sit amet, consectetur adipiscing elit. Quisque non elit mauris. Cras euismod, metus ac finibus finibus.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true" flipV="false" rot="0">
            <a:off x="1407096" y="431667"/>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51920" y="564161"/>
            <a:ext cx="4785775" cy="1061572"/>
          </a:xfrm>
          <a:custGeom>
            <a:avLst/>
            <a:gdLst/>
            <a:ahLst/>
            <a:cxnLst/>
            <a:rect r="r" b="b" t="t" l="l"/>
            <a:pathLst>
              <a:path h="1061572" w="4785775">
                <a:moveTo>
                  <a:pt x="0" y="0"/>
                </a:moveTo>
                <a:lnTo>
                  <a:pt x="4785776" y="0"/>
                </a:lnTo>
                <a:lnTo>
                  <a:pt x="4785776" y="1061572"/>
                </a:lnTo>
                <a:lnTo>
                  <a:pt x="0" y="1061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0" y="4435956"/>
            <a:ext cx="5814475" cy="5851044"/>
          </a:xfrm>
          <a:custGeom>
            <a:avLst/>
            <a:gdLst/>
            <a:ahLst/>
            <a:cxnLst/>
            <a:rect r="r" b="b" t="t" l="l"/>
            <a:pathLst>
              <a:path h="5851044" w="5814475">
                <a:moveTo>
                  <a:pt x="5814475" y="5851044"/>
                </a:moveTo>
                <a:lnTo>
                  <a:pt x="0" y="5851044"/>
                </a:lnTo>
                <a:lnTo>
                  <a:pt x="0" y="0"/>
                </a:lnTo>
                <a:lnTo>
                  <a:pt x="5814475" y="0"/>
                </a:lnTo>
                <a:lnTo>
                  <a:pt x="5814475"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2337570" y="4435956"/>
            <a:ext cx="5814475" cy="5851044"/>
          </a:xfrm>
          <a:custGeom>
            <a:avLst/>
            <a:gdLst/>
            <a:ahLst/>
            <a:cxnLst/>
            <a:rect r="r" b="b" t="t" l="l"/>
            <a:pathLst>
              <a:path h="5851044" w="5814475">
                <a:moveTo>
                  <a:pt x="0" y="5851044"/>
                </a:moveTo>
                <a:lnTo>
                  <a:pt x="5814476" y="5851044"/>
                </a:lnTo>
                <a:lnTo>
                  <a:pt x="5814476" y="0"/>
                </a:lnTo>
                <a:lnTo>
                  <a:pt x="0" y="0"/>
                </a:lnTo>
                <a:lnTo>
                  <a:pt x="0" y="58510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81076" y="3240667"/>
            <a:ext cx="11763732" cy="4623435"/>
          </a:xfrm>
          <a:prstGeom prst="rect">
            <a:avLst/>
          </a:prstGeom>
        </p:spPr>
        <p:txBody>
          <a:bodyPr anchor="t" rtlCol="false" tIns="0" lIns="0" bIns="0" rIns="0">
            <a:spAutoFit/>
          </a:bodyPr>
          <a:lstStyle/>
          <a:p>
            <a:pPr algn="just">
              <a:lnSpc>
                <a:spcPts val="3360"/>
              </a:lnSpc>
            </a:pPr>
            <a:r>
              <a:rPr lang="en-US" sz="3200">
                <a:solidFill>
                  <a:srgbClr val="404C7D"/>
                </a:solidFill>
                <a:latin typeface="Alata"/>
                <a:ea typeface="Alata"/>
                <a:cs typeface="Alata"/>
                <a:sym typeface="Alat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 </a:t>
            </a:r>
          </a:p>
          <a:p>
            <a:pPr algn="just">
              <a:lnSpc>
                <a:spcPts val="3360"/>
              </a:lnSpc>
            </a:pPr>
          </a:p>
        </p:txBody>
      </p:sp>
      <p:sp>
        <p:nvSpPr>
          <p:cNvPr name="TextBox 7" id="7"/>
          <p:cNvSpPr txBox="true"/>
          <p:nvPr/>
        </p:nvSpPr>
        <p:spPr>
          <a:xfrm rot="0">
            <a:off x="6380236" y="640361"/>
            <a:ext cx="6284320" cy="720385"/>
          </a:xfrm>
          <a:prstGeom prst="rect">
            <a:avLst/>
          </a:prstGeom>
        </p:spPr>
        <p:txBody>
          <a:bodyPr anchor="t" rtlCol="false" tIns="0" lIns="0" bIns="0" rIns="0">
            <a:spAutoFit/>
          </a:bodyPr>
          <a:lstStyle/>
          <a:p>
            <a:pPr algn="ctr">
              <a:lnSpc>
                <a:spcPts val="5494"/>
              </a:lnSpc>
            </a:pPr>
            <a:r>
              <a:rPr lang="en-US" sz="5232">
                <a:solidFill>
                  <a:srgbClr val="404C7D"/>
                </a:solidFill>
                <a:latin typeface="Alata"/>
                <a:ea typeface="Alata"/>
                <a:cs typeface="Alata"/>
                <a:sym typeface="Alata"/>
              </a:rPr>
              <a:t>CONCLUSION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4E4"/>
        </a:solidFill>
      </p:bgPr>
    </p:bg>
    <p:spTree>
      <p:nvGrpSpPr>
        <p:cNvPr id="1" name=""/>
        <p:cNvGrpSpPr/>
        <p:nvPr/>
      </p:nvGrpSpPr>
      <p:grpSpPr>
        <a:xfrm>
          <a:off x="0" y="0"/>
          <a:ext cx="0" cy="0"/>
          <a:chOff x="0" y="0"/>
          <a:chExt cx="0" cy="0"/>
        </a:xfrm>
      </p:grpSpPr>
      <p:sp>
        <p:nvSpPr>
          <p:cNvPr name="Freeform 2" id="2"/>
          <p:cNvSpPr/>
          <p:nvPr/>
        </p:nvSpPr>
        <p:spPr>
          <a:xfrm flipH="false" flipV="false" rot="0">
            <a:off x="0" y="2653399"/>
            <a:ext cx="4296535" cy="7747851"/>
          </a:xfrm>
          <a:custGeom>
            <a:avLst/>
            <a:gdLst/>
            <a:ahLst/>
            <a:cxnLst/>
            <a:rect r="r" b="b" t="t" l="l"/>
            <a:pathLst>
              <a:path h="7747851" w="4296535">
                <a:moveTo>
                  <a:pt x="0" y="0"/>
                </a:moveTo>
                <a:lnTo>
                  <a:pt x="4296535" y="0"/>
                </a:lnTo>
                <a:lnTo>
                  <a:pt x="4296535" y="7747851"/>
                </a:lnTo>
                <a:lnTo>
                  <a:pt x="0" y="77478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73525" y="8576389"/>
            <a:ext cx="4785775" cy="1061572"/>
          </a:xfrm>
          <a:custGeom>
            <a:avLst/>
            <a:gdLst/>
            <a:ahLst/>
            <a:cxnLst/>
            <a:rect r="r" b="b" t="t" l="l"/>
            <a:pathLst>
              <a:path h="1061572" w="4785775">
                <a:moveTo>
                  <a:pt x="0" y="0"/>
                </a:moveTo>
                <a:lnTo>
                  <a:pt x="4785775" y="0"/>
                </a:lnTo>
                <a:lnTo>
                  <a:pt x="4785775" y="1061572"/>
                </a:lnTo>
                <a:lnTo>
                  <a:pt x="0" y="10615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219865" y="1028700"/>
            <a:ext cx="4785775" cy="1061572"/>
          </a:xfrm>
          <a:custGeom>
            <a:avLst/>
            <a:gdLst/>
            <a:ahLst/>
            <a:cxnLst/>
            <a:rect r="r" b="b" t="t" l="l"/>
            <a:pathLst>
              <a:path h="1061572" w="4785775">
                <a:moveTo>
                  <a:pt x="4785775" y="0"/>
                </a:moveTo>
                <a:lnTo>
                  <a:pt x="0" y="0"/>
                </a:lnTo>
                <a:lnTo>
                  <a:pt x="0" y="1061572"/>
                </a:lnTo>
                <a:lnTo>
                  <a:pt x="4785775" y="1061572"/>
                </a:lnTo>
                <a:lnTo>
                  <a:pt x="47857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34138" y="32872"/>
            <a:ext cx="6453862" cy="6494453"/>
          </a:xfrm>
          <a:custGeom>
            <a:avLst/>
            <a:gdLst/>
            <a:ahLst/>
            <a:cxnLst/>
            <a:rect r="r" b="b" t="t" l="l"/>
            <a:pathLst>
              <a:path h="6494453" w="6453862">
                <a:moveTo>
                  <a:pt x="0" y="0"/>
                </a:moveTo>
                <a:lnTo>
                  <a:pt x="6453862" y="0"/>
                </a:lnTo>
                <a:lnTo>
                  <a:pt x="6453862" y="6494453"/>
                </a:lnTo>
                <a:lnTo>
                  <a:pt x="0" y="6494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612753" y="4376318"/>
            <a:ext cx="12751348" cy="1705813"/>
          </a:xfrm>
          <a:prstGeom prst="rect">
            <a:avLst/>
          </a:prstGeom>
        </p:spPr>
        <p:txBody>
          <a:bodyPr anchor="t" rtlCol="false" tIns="0" lIns="0" bIns="0" rIns="0">
            <a:spAutoFit/>
          </a:bodyPr>
          <a:lstStyle/>
          <a:p>
            <a:pPr algn="ctr">
              <a:lnSpc>
                <a:spcPts val="12947"/>
              </a:lnSpc>
            </a:pPr>
            <a:r>
              <a:rPr lang="en-US" sz="12331">
                <a:solidFill>
                  <a:srgbClr val="404C7D"/>
                </a:solidFill>
                <a:latin typeface="Alata"/>
                <a:ea typeface="Alata"/>
                <a:cs typeface="Alata"/>
                <a:sym typeface="Alata"/>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DAG54YlioDo</dc:identifier>
  <dcterms:modified xsi:type="dcterms:W3CDTF">2011-08-01T06:04:30Z</dcterms:modified>
  <cp:revision>1</cp:revision>
  <dc:title>Grey Blue Minimalist Modern Presentation </dc:title>
</cp:coreProperties>
</file>