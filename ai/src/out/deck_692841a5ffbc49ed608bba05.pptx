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a broad overview of what biology encompasses.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Levels of Biological Organization; Provide practical examples of Levels of Biological Organization; Connect Levels of Biological Organization to real-world applications</a:t>
            </a:r>
          </a:p>
          <a:p>
            <a:r>
              <a:t>Talking points: Point 1: Cells: The basic building blocks.; Elaborate on: Cells: The basic building blocks.; Point 2: Tissues: Groups of similar cells.; Elaborate on: Tissues: Groups of similar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Cellular Processes; Provide practical examples of Cellular Processes; Connect Cellular Processes to real-world applications</a:t>
            </a:r>
          </a:p>
          <a:p>
            <a:r>
              <a:t>Talking points: Point 1: Photosynthesis: Energy production.; Elaborate on: Photosynthesis: Energy production.; Point 2: Respiration: Energy release.; Elaborate on: Respiration: Energy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Genetics and Heredity; Provide practical examples of Genetics and Heredity; Connect Genetics and Heredity to real-world applications</a:t>
            </a:r>
          </a:p>
          <a:p>
            <a:r>
              <a:t>Talking points: Point 1: DNA: The blueprint of life.; Elaborate on: DNA: The blueprint of life.; Point 2: Genes: Instructions for building traits.; Elaborate on: Genes: Instructions for building 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Evolution and Ecology; Provide practical examples of Evolution and Ecology; Connect Evolution and Ecology to real-world applications</a:t>
            </a:r>
          </a:p>
          <a:p>
            <a:r>
              <a:t>Talking points: Point 1: Evolution: Change over time.; Elaborate on: Evolution: Change over time.; Point 2: Natural Selection: Survival of the fittest.; Elaborate on: Natural Selection: Survival of the fittest.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Biology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12:19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Biology is the study of life.</a:t>
            </a:r>
          </a:p>
          <a:p>
            <a:pPr>
              <a:defRPr sz="1800"/>
            </a:pPr>
            <a:r>
              <a:t>It explores all living organisms and their interactions.</a:t>
            </a:r>
          </a:p>
          <a:p>
            <a:pPr>
              <a:defRPr sz="1800"/>
            </a:pPr>
            <a:r>
              <a:t>It’s a vast and fascinating field.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Introduction to Biology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Levels of Biological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Cells: The basic building blocks.</a:t>
            </a:r>
          </a:p>
          <a:p>
            <a:pPr>
              <a:defRPr sz="1800"/>
            </a:pPr>
            <a:r>
              <a:t>Tissues: Groups of similar cells.</a:t>
            </a:r>
          </a:p>
          <a:p>
            <a:pPr>
              <a:defRPr sz="1800"/>
            </a:pPr>
            <a:r>
              <a:t>Organs: Structures performing specific functions.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Levels of Biological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Cellular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Photosynthesis: Energy production.</a:t>
            </a:r>
          </a:p>
          <a:p>
            <a:pPr>
              <a:defRPr sz="1800"/>
            </a:pPr>
            <a:r>
              <a:t>Respiration: Energy release.</a:t>
            </a:r>
          </a:p>
          <a:p>
            <a:pPr>
              <a:defRPr sz="1800"/>
            </a:pPr>
            <a:r>
              <a:t>Cellular Respiration: Breakdown of glucose.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Cellular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Genetics and Heredity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DNA: The blueprint of life.</a:t>
            </a:r>
          </a:p>
          <a:p>
            <a:pPr>
              <a:defRPr sz="1800"/>
            </a:pPr>
            <a:r>
              <a:t>Genes: Instructions for building traits.</a:t>
            </a:r>
          </a:p>
          <a:p>
            <a:pPr>
              <a:defRPr sz="1800"/>
            </a:pPr>
            <a:r>
              <a:t>Inheritance: Passing traits from parents to offspring.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Genetics and Heredity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and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Evolution: Change over time.</a:t>
            </a:r>
          </a:p>
          <a:p>
            <a:pPr>
              <a:defRPr sz="1800"/>
            </a:pPr>
            <a:r>
              <a:t>Natural Selection: Survival of the fittest.</a:t>
            </a:r>
          </a:p>
          <a:p>
            <a:pPr>
              <a:defRPr sz="1800"/>
            </a:pPr>
            <a:r>
              <a:t>Ecosystems: Interactions between organisms and their environment.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Evolution and Ecology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