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core concept of science as a way of exploring existence.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Branches of Science; Provide practical examples of Branches of Science; Connect Branches of Science to real-world applications</a:t>
            </a:r>
          </a:p>
          <a:p>
            <a:r>
              <a:t>Talking points: Point 1: Physics: How things move and interact.; Elaborate on: Physics: How things move and interact.; Point 2: Chemistry: The study of matter and its properties.; Elaborate on: Chemistry: The study of matter and its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Scientific Method; Provide practical examples of Scientific Method; Connect Scientific Method to real-world applications</a:t>
            </a:r>
          </a:p>
          <a:p>
            <a:r>
              <a:t>Talking points: Point 1: Observation: Notice something interesting.; Elaborate on: Observation: Notice something interesting.; Point 2: Question: Ask a question about your observation.; Elaborate on: Question: Ask a question about your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points: Explain the key aspects of Evidence and Experimentation; Provide practical examples of Evidence and Experimentation; Connect Evidence and Experimentation to real-world applications</a:t>
            </a:r>
          </a:p>
          <a:p>
            <a:r>
              <a:t>Talking points: Point 1: Gathering data through experiments.; Elaborate on: Gathering data through experiments.; Point 2: Analyzing data to draw conclusions.; Elaborate on: Analyzing data to draw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science to real-world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Science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11:51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Science?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Science is about understanding the world around us.</a:t>
            </a:r>
          </a:p>
          <a:p>
            <a:pPr>
              <a:defRPr sz="1800"/>
            </a:pPr>
            <a:r>
              <a:t>It’s a systematic way of investigating natural phenomena.</a:t>
            </a:r>
          </a:p>
          <a:p>
            <a:pPr>
              <a:defRPr sz="1800"/>
            </a:pPr>
            <a:r>
              <a:t>It’s a process of asking questions and finding answers.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What is Science?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Branches of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Physics: How things move and interact.</a:t>
            </a:r>
          </a:p>
          <a:p>
            <a:pPr>
              <a:defRPr sz="1800"/>
            </a:pPr>
            <a:r>
              <a:t>Chemistry: The study of matter and its properties.</a:t>
            </a:r>
          </a:p>
          <a:p>
            <a:pPr>
              <a:defRPr sz="1800"/>
            </a:pPr>
            <a:r>
              <a:t>Biology: The study of living organisms.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Branches of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Scientific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Observation: Notice something interesting.</a:t>
            </a:r>
          </a:p>
          <a:p>
            <a:pPr>
              <a:defRPr sz="1800"/>
            </a:pPr>
            <a:r>
              <a:t>Question: Ask a question about your observation.</a:t>
            </a:r>
          </a:p>
          <a:p>
            <a:pPr>
              <a:defRPr sz="1800"/>
            </a:pPr>
            <a:r>
              <a:t>Hypothesis: Formulate a testable explanation.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Scientific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and Experimentation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Gathering data through experiments.</a:t>
            </a:r>
          </a:p>
          <a:p>
            <a:pPr>
              <a:defRPr sz="1800"/>
            </a:pPr>
            <a:r>
              <a:t>Analyzing data to draw conclusions.</a:t>
            </a:r>
          </a:p>
          <a:p>
            <a:pPr>
              <a:defRPr sz="1800"/>
            </a:pPr>
            <a:r>
              <a:t>Testing hypotheses to determine if they are correct.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Evidence and Experimentation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Science and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Science drives technological advancements.</a:t>
            </a:r>
          </a:p>
          <a:p>
            <a:pPr>
              <a:defRPr sz="1800"/>
            </a:pPr>
            <a:r>
              <a:t>Technology relies on scientific principles.</a:t>
            </a:r>
          </a:p>
          <a:p>
            <a:pPr>
              <a:defRPr sz="1800"/>
            </a:pPr>
            <a:r>
              <a:t>Innovation is fueled by scientific discovery.</a:t>
            </a:r>
          </a:p>
          <a:p>
            <a:pPr lvl="1">
              <a:defRPr sz="1200" i="1">
                <a:solidFill>
                  <a:srgbClr val="787878"/>
                </a:solidFill>
              </a:defRPr>
            </a:pPr>
            <a:r>
              <a:t>[Image placeholder] Science and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