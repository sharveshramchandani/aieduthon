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core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2; Provide practical examples of Topic 2; Connect Topic 2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3; Provide practical examples of Topic 3; Connect Topic 3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4; Provide practical examples of Topic 4; Connect Topic 4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5; Provide practical examples of Topic 5; Connect Topic 5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10:16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Computer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It's about problem-solving.</a:t>
            </a:r>
          </a:p>
          <a:p>
            <a:pPr>
              <a:defRPr sz="1800"/>
            </a:pPr>
            <a:r>
              <a:t>,</a:t>
            </a:r>
          </a:p>
          <a:p>
            <a:pPr>
              <a:defRPr sz="1800"/>
            </a:pPr>
            <a:r>
              <a:t>Using technology to create solutions.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A stylized computer chip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