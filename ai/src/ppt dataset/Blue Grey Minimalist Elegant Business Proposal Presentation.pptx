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8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Ubuntu Bold" charset="1" panose="020B0804030602030204"/>
      <p:regular r:id="rId16"/>
    </p:embeddedFont>
    <p:embeddedFont>
      <p:font typeface="Ubuntu" charset="1" panose="020B0504030602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false" rot="0">
            <a:off x="1514817" y="3367572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028700" y="2662084"/>
            <a:ext cx="11895438" cy="231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1028700" y="5138857"/>
            <a:ext cx="10914088" cy="91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028700" y="971550"/>
            <a:ext cx="54570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1802256" y="971550"/>
            <a:ext cx="54570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2927557" y="7913536"/>
            <a:ext cx="1952122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rot="5400000">
            <a:off x="-239844" y="7913536"/>
            <a:ext cx="1952122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 rot="5400000">
            <a:off x="6234015" y="7913536"/>
            <a:ext cx="1952122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 rot="5400000">
            <a:off x="9679530" y="7913536"/>
            <a:ext cx="1952122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 rot="5400000">
            <a:off x="13387707" y="7834545"/>
            <a:ext cx="1952122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1656070" y="1480105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9445425" cy="35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4811345"/>
            <a:ext cx="9445425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6825146"/>
            <a:ext cx="2298127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4078746" y="6841656"/>
            <a:ext cx="2617503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7451998" y="6841656"/>
            <a:ext cx="2793159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10998991" y="6841656"/>
            <a:ext cx="2888972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14641797" y="6825146"/>
            <a:ext cx="2617503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5" id="15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7717976" y="5167717"/>
            <a:ext cx="9323039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1779616" y="-69352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7717976" y="2244329"/>
            <a:ext cx="932303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7717976" y="3181849"/>
            <a:ext cx="932303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7717976" y="5521940"/>
            <a:ext cx="9323039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7717976" y="6842441"/>
            <a:ext cx="9323039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737" y="-5491063"/>
            <a:ext cx="15951844" cy="10634563"/>
          </a:xfrm>
          <a:custGeom>
            <a:avLst/>
            <a:gdLst/>
            <a:ahLst/>
            <a:cxnLst/>
            <a:rect r="r" b="b" t="t" l="l"/>
            <a:pathLst>
              <a:path h="10634563" w="15951844">
                <a:moveTo>
                  <a:pt x="0" y="0"/>
                </a:moveTo>
                <a:lnTo>
                  <a:pt x="15951845" y="0"/>
                </a:lnTo>
                <a:lnTo>
                  <a:pt x="15951845" y="10634563"/>
                </a:lnTo>
                <a:lnTo>
                  <a:pt x="0" y="10634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68737" y="6156257"/>
            <a:ext cx="767692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9443655" y="6184832"/>
            <a:ext cx="7676927" cy="2923398"/>
            <a:chOff x="0" y="0"/>
            <a:chExt cx="10235902" cy="3897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10235902" cy="2015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78"/>
                </a:lnSpc>
              </a:pPr>
              <a:r>
                <a:rPr lang="en-US" b="true" sz="306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Understanding the latest shifts in consumer behavior and industry practices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22251"/>
              <a:ext cx="10235902" cy="1475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3"/>
                </a:lnSpc>
              </a:pPr>
              <a:r>
                <a:rPr lang="en-US" sz="2295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The market analysis reveals </a:t>
              </a:r>
              <a:r>
                <a:rPr lang="en-US" b="true" sz="2295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significant patterns</a:t>
              </a:r>
              <a:r>
                <a:rPr lang="en-US" sz="2295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 that indicate how businesses must adapt to meet evolving customer expectations and preferences.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9451" y="3086100"/>
            <a:ext cx="5924450" cy="4114800"/>
          </a:xfrm>
          <a:custGeom>
            <a:avLst/>
            <a:gdLst/>
            <a:ahLst/>
            <a:cxnLst/>
            <a:rect r="r" b="b" t="t" l="l"/>
            <a:pathLst>
              <a:path h="4114800" w="5924450">
                <a:moveTo>
                  <a:pt x="5924450" y="0"/>
                </a:moveTo>
                <a:lnTo>
                  <a:pt x="0" y="0"/>
                </a:lnTo>
                <a:lnTo>
                  <a:pt x="0" y="4114800"/>
                </a:lnTo>
                <a:lnTo>
                  <a:pt x="5924450" y="4114800"/>
                </a:lnTo>
                <a:lnTo>
                  <a:pt x="59244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043749" y="1738511"/>
            <a:ext cx="7215551" cy="6809978"/>
            <a:chOff x="0" y="0"/>
            <a:chExt cx="9620734" cy="90799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8908284" cy="1390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Exploring Market Opportunities with Significant Growth Potential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42100"/>
              <a:ext cx="9620734" cy="3571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49"/>
                </a:lnSpc>
              </a:pPr>
              <a:r>
                <a:rPr lang="en-US" b="true" sz="900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77% growth potential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856111"/>
              <a:ext cx="9620734" cy="69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b="true" sz="320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Target demographic opportunity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999711"/>
              <a:ext cx="9620734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The target demographic shows a </a:t>
              </a:r>
              <a:r>
                <a:rPr lang="en-US" b="true" sz="240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remarkable increase</a:t>
              </a:r>
              <a:r>
                <a:rPr lang="en-US" sz="2400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 in demand, highlighting a vital opportunity for businesses to invest and expand within this emerging market segment effectively.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74176" y="1028700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6" y="0"/>
                </a:lnTo>
                <a:lnTo>
                  <a:pt x="34265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11145476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028700" y="5600700"/>
            <a:ext cx="4365393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6706826" y="5600700"/>
            <a:ext cx="4365393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2174176" y="5600700"/>
            <a:ext cx="4365393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028700" y="7327673"/>
            <a:ext cx="4365393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6601438" y="7327673"/>
            <a:ext cx="4470781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2174176" y="7327673"/>
            <a:ext cx="4365393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1028700" y="849092"/>
            <a:ext cx="6832987" cy="5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1028700" y="8903970"/>
            <a:ext cx="5692095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8874844" y="990600"/>
            <a:ext cx="8384456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8874844" y="2197832"/>
            <a:ext cx="8384456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7" id="7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9092"/>
            <a:ext cx="6832987" cy="5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8903970"/>
            <a:ext cx="5692095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8874844" y="1028700"/>
            <a:ext cx="8384456" cy="2738852"/>
            <a:chOff x="0" y="0"/>
            <a:chExt cx="11179274" cy="365180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11179274" cy="1137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</a:pPr>
              <a:r>
                <a:rPr lang="en-US" b="true" sz="260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Visualizing our growth trajectory over the next five years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571542"/>
              <a:ext cx="11179274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The stacked bar chart illustrates key objectives and milestones, showing </a:t>
              </a:r>
              <a:r>
                <a:rPr lang="en-US" b="true" sz="2400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projected growth</a:t>
              </a:r>
              <a:r>
                <a:rPr lang="en-US" sz="2400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 in various sectors and helping us track progress toward our long-term goals effectively.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237583" y="7432615"/>
            <a:ext cx="0" cy="1825685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H="true">
            <a:off x="6951143" y="7432615"/>
            <a:ext cx="0" cy="1825685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2664704" y="7432615"/>
            <a:ext cx="0" cy="1825685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237583" y="3633991"/>
            <a:ext cx="4390476" cy="3019018"/>
            <a:chOff x="0" y="0"/>
            <a:chExt cx="6159500" cy="4235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2"/>
              <a:stretch>
                <a:fillRect l="-1604" t="0" r="-160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37583" y="1000125"/>
            <a:ext cx="1581759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8" id="8"/>
          <p:cNvGrpSpPr/>
          <p:nvPr/>
        </p:nvGrpSpPr>
        <p:grpSpPr>
          <a:xfrm rot="0">
            <a:off x="13053172" y="7639926"/>
            <a:ext cx="4002008" cy="1389468"/>
            <a:chOff x="0" y="0"/>
            <a:chExt cx="5336010" cy="18526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5336010" cy="43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1924" strike="noStrike" u="none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Outstanding Results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1601"/>
              <a:ext cx="5336010" cy="1151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9"/>
                </a:lnSpc>
                <a:spcBef>
                  <a:spcPct val="0"/>
                </a:spcBef>
              </a:pPr>
              <a:r>
                <a:rPr lang="en-US" sz="1776" strike="noStrike" u="none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“The results exceeded our expectations and truly transformed our business.”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3496" y="7639926"/>
            <a:ext cx="4008123" cy="1103718"/>
            <a:chOff x="0" y="0"/>
            <a:chExt cx="5344164" cy="14716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5344164" cy="43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1924" strike="noStrike" u="none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Great Support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01601"/>
              <a:ext cx="5344164" cy="77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9"/>
                </a:lnSpc>
                <a:spcBef>
                  <a:spcPct val="0"/>
                </a:spcBef>
              </a:pPr>
              <a:r>
                <a:rPr lang="en-US" sz="1776" strike="noStrike" u="none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“The team was incredibly supportive and guided us through every step.”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19326" y="7639926"/>
            <a:ext cx="4008733" cy="1103718"/>
            <a:chOff x="0" y="0"/>
            <a:chExt cx="5344977" cy="147162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5344977" cy="434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1924" strike="noStrike" u="none">
                  <a:solidFill>
                    <a:srgbClr val="0C1116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Happy Client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01601"/>
              <a:ext cx="5344977" cy="77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09"/>
                </a:lnSpc>
                <a:spcBef>
                  <a:spcPct val="0"/>
                </a:spcBef>
              </a:pPr>
              <a:r>
                <a:rPr lang="en-US" sz="1776" strike="noStrike" u="none">
                  <a:solidFill>
                    <a:srgbClr val="0C1116"/>
                  </a:solidFill>
                  <a:latin typeface="Ubuntu"/>
                  <a:ea typeface="Ubuntu"/>
                  <a:cs typeface="Ubuntu"/>
                  <a:sym typeface="Ubuntu"/>
                </a:rPr>
                <a:t>“Our experience was fantastic, and we couldn't be happier!”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8762" y="3633991"/>
            <a:ext cx="4390476" cy="3019018"/>
            <a:chOff x="0" y="0"/>
            <a:chExt cx="6159500" cy="4235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3"/>
              <a:stretch>
                <a:fillRect l="-1604" t="0" r="-160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659941" y="3633991"/>
            <a:ext cx="4390476" cy="3019018"/>
            <a:chOff x="0" y="0"/>
            <a:chExt cx="6159500" cy="42354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4"/>
              <a:stretch>
                <a:fillRect l="-2793" t="0" r="-2793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9144000" y="4862011"/>
            <a:ext cx="8115300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 flipH="true">
            <a:off x="9144000" y="7151067"/>
            <a:ext cx="8115300" cy="0"/>
          </a:xfrm>
          <a:prstGeom prst="line">
            <a:avLst/>
          </a:prstGeom>
          <a:ln cap="rnd" w="9525">
            <a:solidFill>
              <a:srgbClr val="1B263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3086100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6" y="0"/>
                </a:lnTo>
                <a:lnTo>
                  <a:pt x="3890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2973878" y="6731924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7" y="0"/>
                </a:lnTo>
                <a:lnTo>
                  <a:pt x="38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28700" y="1207518"/>
            <a:ext cx="162306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9144000" y="3172637"/>
            <a:ext cx="7522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9144000" y="3709880"/>
            <a:ext cx="7522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9144000" y="5461693"/>
            <a:ext cx="7522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9144000" y="5998936"/>
            <a:ext cx="7522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9144000" y="7737731"/>
            <a:ext cx="7522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9144000" y="8274974"/>
            <a:ext cx="7522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-1137181" y="6731924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6" y="0"/>
                </a:lnTo>
                <a:lnTo>
                  <a:pt x="3890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DAG54v8GDng</dc:identifier>
  <dcterms:modified xsi:type="dcterms:W3CDTF">2011-08-01T06:04:30Z</dcterms:modified>
  <cp:revision>1</cp:revision>
  <dc:title>Blue Grey Minimalist Elegant Business Proposal Presentation</dc:title>
</cp:coreProperties>
</file>