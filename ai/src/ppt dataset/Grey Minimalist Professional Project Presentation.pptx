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lexandria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  <p:embeddedFont>
      <p:font typeface="Alexandria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9.jpe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2668325" y="3703311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4062982" y="5582772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10" id="10"/>
          <p:cNvGrpSpPr/>
          <p:nvPr/>
        </p:nvGrpSpPr>
        <p:grpSpPr>
          <a:xfrm rot="0">
            <a:off x="6792714" y="8190378"/>
            <a:ext cx="4702572" cy="705137"/>
            <a:chOff x="0" y="0"/>
            <a:chExt cx="1238538" cy="185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8537" cy="185715"/>
            </a:xfrm>
            <a:custGeom>
              <a:avLst/>
              <a:gdLst/>
              <a:ahLst/>
              <a:cxnLst/>
              <a:rect r="r" b="b" t="t" l="l"/>
              <a:pathLst>
                <a:path h="185715" w="1238537">
                  <a:moveTo>
                    <a:pt x="92858" y="0"/>
                  </a:moveTo>
                  <a:lnTo>
                    <a:pt x="1145680" y="0"/>
                  </a:lnTo>
                  <a:cubicBezTo>
                    <a:pt x="1196964" y="0"/>
                    <a:pt x="1238537" y="41574"/>
                    <a:pt x="1238537" y="92858"/>
                  </a:cubicBezTo>
                  <a:lnTo>
                    <a:pt x="1238537" y="92858"/>
                  </a:lnTo>
                  <a:cubicBezTo>
                    <a:pt x="1238537" y="117485"/>
                    <a:pt x="1228754" y="141104"/>
                    <a:pt x="1211340" y="158518"/>
                  </a:cubicBezTo>
                  <a:cubicBezTo>
                    <a:pt x="1193926" y="175932"/>
                    <a:pt x="1170307" y="185715"/>
                    <a:pt x="1145680" y="185715"/>
                  </a:cubicBezTo>
                  <a:lnTo>
                    <a:pt x="92858" y="185715"/>
                  </a:lnTo>
                  <a:cubicBezTo>
                    <a:pt x="68230" y="185715"/>
                    <a:pt x="44612" y="175932"/>
                    <a:pt x="27197" y="158518"/>
                  </a:cubicBezTo>
                  <a:cubicBezTo>
                    <a:pt x="9783" y="141104"/>
                    <a:pt x="0" y="117485"/>
                    <a:pt x="0" y="92858"/>
                  </a:cubicBezTo>
                  <a:lnTo>
                    <a:pt x="0" y="92858"/>
                  </a:lnTo>
                  <a:cubicBezTo>
                    <a:pt x="0" y="68230"/>
                    <a:pt x="9783" y="44612"/>
                    <a:pt x="27197" y="27197"/>
                  </a:cubicBezTo>
                  <a:cubicBezTo>
                    <a:pt x="44612" y="9783"/>
                    <a:pt x="68230" y="0"/>
                    <a:pt x="92858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38538" cy="223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991338" y="8215208"/>
            <a:ext cx="4305324" cy="52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443857" y="4097138"/>
            <a:ext cx="11400286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171685" y="3939975"/>
            <a:ext cx="11400286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4541415" y="241050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2716029" y="4231006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" id="6"/>
          <p:cNvSpPr txBox="true"/>
          <p:nvPr/>
        </p:nvSpPr>
        <p:spPr>
          <a:xfrm rot="0">
            <a:off x="4171685" y="5997375"/>
            <a:ext cx="11400286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2716029" y="6288406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8" id="8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9" id="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198664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grpSp>
        <p:nvGrpSpPr>
          <p:cNvPr name="Group 4" id="4"/>
          <p:cNvGrpSpPr/>
          <p:nvPr/>
        </p:nvGrpSpPr>
        <p:grpSpPr>
          <a:xfrm rot="0">
            <a:off x="8192805" y="3582788"/>
            <a:ext cx="5889308" cy="4565171"/>
            <a:chOff x="0" y="0"/>
            <a:chExt cx="912408" cy="707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2408" cy="707264"/>
            </a:xfrm>
            <a:custGeom>
              <a:avLst/>
              <a:gdLst/>
              <a:ahLst/>
              <a:cxnLst/>
              <a:rect r="r" b="b" t="t" l="l"/>
              <a:pathLst>
                <a:path h="707264" w="912408">
                  <a:moveTo>
                    <a:pt x="0" y="0"/>
                  </a:moveTo>
                  <a:lnTo>
                    <a:pt x="912408" y="0"/>
                  </a:lnTo>
                  <a:lnTo>
                    <a:pt x="912408" y="707264"/>
                  </a:lnTo>
                  <a:lnTo>
                    <a:pt x="0" y="707264"/>
                  </a:lnTo>
                  <a:close/>
                </a:path>
              </a:pathLst>
            </a:custGeom>
            <a:blipFill>
              <a:blip r:embed="rId4"/>
              <a:stretch>
                <a:fillRect l="-8173" t="0" r="-817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05887" y="3516113"/>
            <a:ext cx="3732661" cy="46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7" id="7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141438" y="4097138"/>
            <a:ext cx="5447161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9699401" y="4097138"/>
            <a:ext cx="5447161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242710" y="4097138"/>
            <a:ext cx="7304536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141438" y="4097138"/>
            <a:ext cx="7304536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443857" y="4097138"/>
            <a:ext cx="11400286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362879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205732" y="3892350"/>
            <a:ext cx="11876536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" id="5"/>
          <p:cNvSpPr txBox="true"/>
          <p:nvPr/>
        </p:nvSpPr>
        <p:spPr>
          <a:xfrm rot="0">
            <a:off x="3205732" y="6045000"/>
            <a:ext cx="11876536" cy="172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4541415" y="2567666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" id="4"/>
          <p:cNvSpPr txBox="true"/>
          <p:nvPr/>
        </p:nvSpPr>
        <p:spPr>
          <a:xfrm rot="0">
            <a:off x="3443857" y="4097138"/>
            <a:ext cx="11400286" cy="3469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DAG54cD6mqw</dc:identifier>
  <dcterms:modified xsi:type="dcterms:W3CDTF">2011-08-01T06:04:30Z</dcterms:modified>
  <cp:revision>1</cp:revision>
  <dc:title>Grey Minimalist Professional Project Presentation</dc:title>
</cp:coreProperties>
</file>