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Lst>
  <p:sldSz cx="18288000" cy="10287000"/>
  <p:notesSz cx="6858000" cy="9144000"/>
  <p:embeddedFontLst>
    <p:embeddedFont>
      <p:font typeface="Alexandria Bold" charset="1" panose="00000000000000000000"/>
      <p:regular r:id="rId17"/>
    </p:embeddedFont>
    <p:embeddedFont>
      <p:font typeface="Garet" charset="1" panose="00000000000000000000"/>
      <p:regular r:id="rId18"/>
    </p:embeddedFont>
    <p:embeddedFont>
      <p:font typeface="Garet Bold" charset="1" panose="00000000000000000000"/>
      <p:regular r:id="rId19"/>
    </p:embeddedFont>
    <p:embeddedFont>
      <p:font typeface="Alexandria" charset="1" panose="00000000000000000000"/>
      <p:regular r:id="rId2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9.jpe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12.pn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13.png" Type="http://schemas.openxmlformats.org/officeDocument/2006/relationships/image"/><Relationship Id="rId5" Target="../media/image7.png" Type="http://schemas.openxmlformats.org/officeDocument/2006/relationships/image"/><Relationship Id="rId6" Target="../media/image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7.png" Type="http://schemas.openxmlformats.org/officeDocument/2006/relationships/image"/><Relationship Id="rId5" Target="../media/image8.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true" rot="5400000">
            <a:off x="13890343" y="5516388"/>
            <a:ext cx="4840370" cy="6758253"/>
          </a:xfrm>
          <a:custGeom>
            <a:avLst/>
            <a:gdLst/>
            <a:ahLst/>
            <a:cxnLst/>
            <a:rect r="r" b="b" t="t" l="l"/>
            <a:pathLst>
              <a:path h="6758253" w="4840370">
                <a:moveTo>
                  <a:pt x="4840371" y="6758253"/>
                </a:moveTo>
                <a:lnTo>
                  <a:pt x="0" y="6758253"/>
                </a:lnTo>
                <a:lnTo>
                  <a:pt x="0" y="0"/>
                </a:lnTo>
                <a:lnTo>
                  <a:pt x="4840371" y="0"/>
                </a:lnTo>
                <a:lnTo>
                  <a:pt x="4840371" y="675825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false" rot="-212327">
            <a:off x="-1633813" y="4706943"/>
            <a:ext cx="7684967" cy="7684967"/>
          </a:xfrm>
          <a:custGeom>
            <a:avLst/>
            <a:gdLst/>
            <a:ahLst/>
            <a:cxnLst/>
            <a:rect r="r" b="b" t="t" l="l"/>
            <a:pathLst>
              <a:path h="7684967" w="7684967">
                <a:moveTo>
                  <a:pt x="7684968" y="0"/>
                </a:moveTo>
                <a:lnTo>
                  <a:pt x="0" y="0"/>
                </a:lnTo>
                <a:lnTo>
                  <a:pt x="0" y="7684968"/>
                </a:lnTo>
                <a:lnTo>
                  <a:pt x="7684968" y="7684968"/>
                </a:lnTo>
                <a:lnTo>
                  <a:pt x="7684968"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false" rot="0">
            <a:off x="-2020970" y="4706943"/>
            <a:ext cx="7684967" cy="7684967"/>
          </a:xfrm>
          <a:custGeom>
            <a:avLst/>
            <a:gdLst/>
            <a:ahLst/>
            <a:cxnLst/>
            <a:rect r="r" b="b" t="t" l="l"/>
            <a:pathLst>
              <a:path h="7684967" w="7684967">
                <a:moveTo>
                  <a:pt x="7684968" y="0"/>
                </a:moveTo>
                <a:lnTo>
                  <a:pt x="0" y="0"/>
                </a:lnTo>
                <a:lnTo>
                  <a:pt x="0" y="7684968"/>
                </a:lnTo>
                <a:lnTo>
                  <a:pt x="7684968" y="7684968"/>
                </a:lnTo>
                <a:lnTo>
                  <a:pt x="7684968"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true" rot="-176744">
            <a:off x="12281842" y="-3234705"/>
            <a:ext cx="6992792" cy="6992792"/>
          </a:xfrm>
          <a:custGeom>
            <a:avLst/>
            <a:gdLst/>
            <a:ahLst/>
            <a:cxnLst/>
            <a:rect r="r" b="b" t="t" l="l"/>
            <a:pathLst>
              <a:path h="6992792" w="6992792">
                <a:moveTo>
                  <a:pt x="0" y="6992792"/>
                </a:moveTo>
                <a:lnTo>
                  <a:pt x="6992792" y="6992792"/>
                </a:lnTo>
                <a:lnTo>
                  <a:pt x="6992792" y="0"/>
                </a:lnTo>
                <a:lnTo>
                  <a:pt x="0" y="0"/>
                </a:lnTo>
                <a:lnTo>
                  <a:pt x="0" y="6992792"/>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false" flipV="true" rot="0">
            <a:off x="12348517" y="-3496396"/>
            <a:ext cx="6992792" cy="6992792"/>
          </a:xfrm>
          <a:custGeom>
            <a:avLst/>
            <a:gdLst/>
            <a:ahLst/>
            <a:cxnLst/>
            <a:rect r="r" b="b" t="t" l="l"/>
            <a:pathLst>
              <a:path h="6992792" w="6992792">
                <a:moveTo>
                  <a:pt x="0" y="6992792"/>
                </a:moveTo>
                <a:lnTo>
                  <a:pt x="6992792" y="6992792"/>
                </a:lnTo>
                <a:lnTo>
                  <a:pt x="6992792" y="0"/>
                </a:lnTo>
                <a:lnTo>
                  <a:pt x="0" y="0"/>
                </a:lnTo>
                <a:lnTo>
                  <a:pt x="0" y="6992792"/>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8" id="8"/>
          <p:cNvSpPr txBox="true"/>
          <p:nvPr/>
        </p:nvSpPr>
        <p:spPr>
          <a:xfrm rot="0">
            <a:off x="2668325" y="3703311"/>
            <a:ext cx="12951349" cy="1974712"/>
          </a:xfrm>
          <a:prstGeom prst="rect">
            <a:avLst/>
          </a:prstGeom>
        </p:spPr>
        <p:txBody>
          <a:bodyPr anchor="t" rtlCol="false" tIns="0" lIns="0" bIns="0" rIns="0">
            <a:spAutoFit/>
          </a:bodyPr>
          <a:lstStyle/>
          <a:p>
            <a:pPr algn="ctr">
              <a:lnSpc>
                <a:spcPts val="16107"/>
              </a:lnSpc>
            </a:pPr>
            <a:r>
              <a:rPr lang="en-US" b="true" sz="11505">
                <a:solidFill>
                  <a:srgbClr val="3F3D3E"/>
                </a:solidFill>
                <a:latin typeface="Alexandria Bold"/>
                <a:ea typeface="Alexandria Bold"/>
                <a:cs typeface="Alexandria Bold"/>
                <a:sym typeface="Alexandria Bold"/>
              </a:rPr>
              <a:t>PRESENTATION</a:t>
            </a:r>
          </a:p>
        </p:txBody>
      </p:sp>
      <p:sp>
        <p:nvSpPr>
          <p:cNvPr name="TextBox 9" id="9"/>
          <p:cNvSpPr txBox="true"/>
          <p:nvPr/>
        </p:nvSpPr>
        <p:spPr>
          <a:xfrm rot="0">
            <a:off x="4062982" y="5582772"/>
            <a:ext cx="10162036" cy="772317"/>
          </a:xfrm>
          <a:prstGeom prst="rect">
            <a:avLst/>
          </a:prstGeom>
        </p:spPr>
        <p:txBody>
          <a:bodyPr anchor="t" rtlCol="false" tIns="0" lIns="0" bIns="0" rIns="0">
            <a:spAutoFit/>
          </a:bodyPr>
          <a:lstStyle/>
          <a:p>
            <a:pPr algn="ctr">
              <a:lnSpc>
                <a:spcPts val="6256"/>
              </a:lnSpc>
              <a:spcBef>
                <a:spcPct val="0"/>
              </a:spcBef>
            </a:pPr>
            <a:r>
              <a:rPr lang="en-US" sz="4468">
                <a:solidFill>
                  <a:srgbClr val="545454"/>
                </a:solidFill>
                <a:latin typeface="Garet"/>
                <a:ea typeface="Garet"/>
                <a:cs typeface="Garet"/>
                <a:sym typeface="Garet"/>
              </a:rPr>
              <a:t>By Adeline Palmerston</a:t>
            </a:r>
          </a:p>
        </p:txBody>
      </p:sp>
      <p:grpSp>
        <p:nvGrpSpPr>
          <p:cNvPr name="Group 10" id="10"/>
          <p:cNvGrpSpPr/>
          <p:nvPr/>
        </p:nvGrpSpPr>
        <p:grpSpPr>
          <a:xfrm rot="0">
            <a:off x="6792714" y="8190378"/>
            <a:ext cx="4702572" cy="705137"/>
            <a:chOff x="0" y="0"/>
            <a:chExt cx="1238538" cy="185715"/>
          </a:xfrm>
        </p:grpSpPr>
        <p:sp>
          <p:nvSpPr>
            <p:cNvPr name="Freeform 11" id="11"/>
            <p:cNvSpPr/>
            <p:nvPr/>
          </p:nvSpPr>
          <p:spPr>
            <a:xfrm flipH="false" flipV="false" rot="0">
              <a:off x="0" y="0"/>
              <a:ext cx="1238537" cy="185715"/>
            </a:xfrm>
            <a:custGeom>
              <a:avLst/>
              <a:gdLst/>
              <a:ahLst/>
              <a:cxnLst/>
              <a:rect r="r" b="b" t="t" l="l"/>
              <a:pathLst>
                <a:path h="185715" w="1238537">
                  <a:moveTo>
                    <a:pt x="92858" y="0"/>
                  </a:moveTo>
                  <a:lnTo>
                    <a:pt x="1145680" y="0"/>
                  </a:lnTo>
                  <a:cubicBezTo>
                    <a:pt x="1196964" y="0"/>
                    <a:pt x="1238537" y="41574"/>
                    <a:pt x="1238537" y="92858"/>
                  </a:cubicBezTo>
                  <a:lnTo>
                    <a:pt x="1238537" y="92858"/>
                  </a:lnTo>
                  <a:cubicBezTo>
                    <a:pt x="1238537" y="117485"/>
                    <a:pt x="1228754" y="141104"/>
                    <a:pt x="1211340" y="158518"/>
                  </a:cubicBezTo>
                  <a:cubicBezTo>
                    <a:pt x="1193926" y="175932"/>
                    <a:pt x="1170307" y="185715"/>
                    <a:pt x="1145680" y="185715"/>
                  </a:cubicBezTo>
                  <a:lnTo>
                    <a:pt x="92858" y="185715"/>
                  </a:lnTo>
                  <a:cubicBezTo>
                    <a:pt x="68230" y="185715"/>
                    <a:pt x="44612" y="175932"/>
                    <a:pt x="27197" y="158518"/>
                  </a:cubicBezTo>
                  <a:cubicBezTo>
                    <a:pt x="9783" y="141104"/>
                    <a:pt x="0" y="117485"/>
                    <a:pt x="0" y="92858"/>
                  </a:cubicBezTo>
                  <a:lnTo>
                    <a:pt x="0" y="92858"/>
                  </a:lnTo>
                  <a:cubicBezTo>
                    <a:pt x="0" y="68230"/>
                    <a:pt x="9783" y="44612"/>
                    <a:pt x="27197" y="27197"/>
                  </a:cubicBezTo>
                  <a:cubicBezTo>
                    <a:pt x="44612" y="9783"/>
                    <a:pt x="68230" y="0"/>
                    <a:pt x="92858" y="0"/>
                  </a:cubicBezTo>
                  <a:close/>
                </a:path>
              </a:pathLst>
            </a:custGeom>
            <a:solidFill>
              <a:srgbClr val="545454"/>
            </a:solidFill>
            <a:ln w="38100" cap="rnd">
              <a:solidFill>
                <a:srgbClr val="545454"/>
              </a:solidFill>
              <a:prstDash val="solid"/>
              <a:round/>
            </a:ln>
          </p:spPr>
        </p:sp>
        <p:sp>
          <p:nvSpPr>
            <p:cNvPr name="TextBox 12" id="12"/>
            <p:cNvSpPr txBox="true"/>
            <p:nvPr/>
          </p:nvSpPr>
          <p:spPr>
            <a:xfrm>
              <a:off x="0" y="-38100"/>
              <a:ext cx="1238538" cy="223815"/>
            </a:xfrm>
            <a:prstGeom prst="rect">
              <a:avLst/>
            </a:prstGeom>
          </p:spPr>
          <p:txBody>
            <a:bodyPr anchor="ctr" rtlCol="false" tIns="50800" lIns="50800" bIns="50800" rIns="50800"/>
            <a:lstStyle/>
            <a:p>
              <a:pPr algn="ctr">
                <a:lnSpc>
                  <a:spcPts val="2897"/>
                </a:lnSpc>
              </a:pPr>
            </a:p>
          </p:txBody>
        </p:sp>
      </p:grpSp>
      <p:sp>
        <p:nvSpPr>
          <p:cNvPr name="TextBox 13" id="13"/>
          <p:cNvSpPr txBox="true"/>
          <p:nvPr/>
        </p:nvSpPr>
        <p:spPr>
          <a:xfrm rot="0">
            <a:off x="6991338" y="8215208"/>
            <a:ext cx="4305324" cy="522126"/>
          </a:xfrm>
          <a:prstGeom prst="rect">
            <a:avLst/>
          </a:prstGeom>
        </p:spPr>
        <p:txBody>
          <a:bodyPr anchor="t" rtlCol="false" tIns="0" lIns="0" bIns="0" rIns="0">
            <a:spAutoFit/>
          </a:bodyPr>
          <a:lstStyle/>
          <a:p>
            <a:pPr algn="ctr">
              <a:lnSpc>
                <a:spcPts val="4296"/>
              </a:lnSpc>
              <a:spcBef>
                <a:spcPct val="0"/>
              </a:spcBef>
            </a:pPr>
            <a:r>
              <a:rPr lang="en-US" sz="3068">
                <a:solidFill>
                  <a:srgbClr val="E9E9E9"/>
                </a:solidFill>
                <a:latin typeface="Garet"/>
                <a:ea typeface="Garet"/>
                <a:cs typeface="Garet"/>
                <a:sym typeface="Garet"/>
              </a:rPr>
              <a:t>reallygreatsite.com</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BACKGROUND</a:t>
            </a:r>
          </a:p>
        </p:txBody>
      </p:sp>
      <p:sp>
        <p:nvSpPr>
          <p:cNvPr name="TextBox 4" id="4"/>
          <p:cNvSpPr txBox="true"/>
          <p:nvPr/>
        </p:nvSpPr>
        <p:spPr>
          <a:xfrm rot="0">
            <a:off x="3443857" y="4097138"/>
            <a:ext cx="11400286" cy="3469796"/>
          </a:xfrm>
          <a:prstGeom prst="rect">
            <a:avLst/>
          </a:prstGeom>
        </p:spPr>
        <p:txBody>
          <a:bodyPr anchor="t" rtlCol="false" tIns="0" lIns="0" bIns="0" rIns="0">
            <a:spAutoFit/>
          </a:bodyPr>
          <a:lstStyle/>
          <a:p>
            <a:pPr algn="ctr">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 Proin venenatis, orci nec cursus tristique, nulla risus mattis eros, id accumsan massa elit eu augue. Mauris massa ipsum, pharetra id nibh eget, sodales facilisis enim.</a:t>
            </a:r>
          </a:p>
        </p:txBody>
      </p:sp>
      <p:sp>
        <p:nvSpPr>
          <p:cNvPr name="Freeform 5" id="5"/>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6" id="6"/>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7" id="7"/>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01</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171685" y="3939975"/>
            <a:ext cx="11400286" cy="1726721"/>
          </a:xfrm>
          <a:prstGeom prst="rect">
            <a:avLst/>
          </a:prstGeom>
        </p:spPr>
        <p:txBody>
          <a:bodyPr anchor="t" rtlCol="false" tIns="0" lIns="0" bIns="0" rIns="0">
            <a:spAutoFit/>
          </a:bodyPr>
          <a:lstStyle/>
          <a:p>
            <a:pPr algn="l">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TextBox 4" id="4"/>
          <p:cNvSpPr txBox="true"/>
          <p:nvPr/>
        </p:nvSpPr>
        <p:spPr>
          <a:xfrm rot="0">
            <a:off x="4541415" y="2410504"/>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PROJECT GOALS</a:t>
            </a:r>
          </a:p>
        </p:txBody>
      </p:sp>
      <p:sp>
        <p:nvSpPr>
          <p:cNvPr name="TextBox 5" id="5"/>
          <p:cNvSpPr txBox="true"/>
          <p:nvPr/>
        </p:nvSpPr>
        <p:spPr>
          <a:xfrm rot="0">
            <a:off x="2716029" y="4231006"/>
            <a:ext cx="1204169" cy="1087510"/>
          </a:xfrm>
          <a:prstGeom prst="rect">
            <a:avLst/>
          </a:prstGeom>
        </p:spPr>
        <p:txBody>
          <a:bodyPr anchor="t" rtlCol="false" tIns="0" lIns="0" bIns="0" rIns="0">
            <a:spAutoFit/>
          </a:bodyPr>
          <a:lstStyle/>
          <a:p>
            <a:pPr algn="ctr">
              <a:lnSpc>
                <a:spcPts val="8889"/>
              </a:lnSpc>
            </a:pPr>
            <a:r>
              <a:rPr lang="en-US" sz="6349">
                <a:solidFill>
                  <a:srgbClr val="3F3D3E"/>
                </a:solidFill>
                <a:latin typeface="Alexandria"/>
                <a:ea typeface="Alexandria"/>
                <a:cs typeface="Alexandria"/>
                <a:sym typeface="Alexandria"/>
              </a:rPr>
              <a:t>1.</a:t>
            </a:r>
          </a:p>
        </p:txBody>
      </p:sp>
      <p:sp>
        <p:nvSpPr>
          <p:cNvPr name="TextBox 6" id="6"/>
          <p:cNvSpPr txBox="true"/>
          <p:nvPr/>
        </p:nvSpPr>
        <p:spPr>
          <a:xfrm rot="0">
            <a:off x="4171685" y="5997375"/>
            <a:ext cx="11400286" cy="1726721"/>
          </a:xfrm>
          <a:prstGeom prst="rect">
            <a:avLst/>
          </a:prstGeom>
        </p:spPr>
        <p:txBody>
          <a:bodyPr anchor="t" rtlCol="false" tIns="0" lIns="0" bIns="0" rIns="0">
            <a:spAutoFit/>
          </a:bodyPr>
          <a:lstStyle/>
          <a:p>
            <a:pPr algn="l">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TextBox 7" id="7"/>
          <p:cNvSpPr txBox="true"/>
          <p:nvPr/>
        </p:nvSpPr>
        <p:spPr>
          <a:xfrm rot="0">
            <a:off x="2716029" y="6288406"/>
            <a:ext cx="1204169" cy="1087510"/>
          </a:xfrm>
          <a:prstGeom prst="rect">
            <a:avLst/>
          </a:prstGeom>
        </p:spPr>
        <p:txBody>
          <a:bodyPr anchor="t" rtlCol="false" tIns="0" lIns="0" bIns="0" rIns="0">
            <a:spAutoFit/>
          </a:bodyPr>
          <a:lstStyle/>
          <a:p>
            <a:pPr algn="ctr">
              <a:lnSpc>
                <a:spcPts val="8889"/>
              </a:lnSpc>
            </a:pPr>
            <a:r>
              <a:rPr lang="en-US" sz="6349">
                <a:solidFill>
                  <a:srgbClr val="3F3D3E"/>
                </a:solidFill>
                <a:latin typeface="Alexandria"/>
                <a:ea typeface="Alexandria"/>
                <a:cs typeface="Alexandria"/>
                <a:sym typeface="Alexandria"/>
              </a:rPr>
              <a:t>2.</a:t>
            </a:r>
          </a:p>
        </p:txBody>
      </p:sp>
      <p:sp>
        <p:nvSpPr>
          <p:cNvPr name="Freeform 8" id="8"/>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9" id="9"/>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10" id="10"/>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02</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1986641"/>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DISCUSSION</a:t>
            </a:r>
          </a:p>
        </p:txBody>
      </p:sp>
      <p:grpSp>
        <p:nvGrpSpPr>
          <p:cNvPr name="Group 4" id="4"/>
          <p:cNvGrpSpPr/>
          <p:nvPr/>
        </p:nvGrpSpPr>
        <p:grpSpPr>
          <a:xfrm rot="0">
            <a:off x="8192805" y="3582788"/>
            <a:ext cx="5889308" cy="4565171"/>
            <a:chOff x="0" y="0"/>
            <a:chExt cx="912408" cy="707264"/>
          </a:xfrm>
        </p:grpSpPr>
        <p:sp>
          <p:nvSpPr>
            <p:cNvPr name="Freeform 5" id="5"/>
            <p:cNvSpPr/>
            <p:nvPr/>
          </p:nvSpPr>
          <p:spPr>
            <a:xfrm flipH="false" flipV="false" rot="0">
              <a:off x="0" y="0"/>
              <a:ext cx="912408" cy="707264"/>
            </a:xfrm>
            <a:custGeom>
              <a:avLst/>
              <a:gdLst/>
              <a:ahLst/>
              <a:cxnLst/>
              <a:rect r="r" b="b" t="t" l="l"/>
              <a:pathLst>
                <a:path h="707264" w="912408">
                  <a:moveTo>
                    <a:pt x="0" y="0"/>
                  </a:moveTo>
                  <a:lnTo>
                    <a:pt x="912408" y="0"/>
                  </a:lnTo>
                  <a:lnTo>
                    <a:pt x="912408" y="707264"/>
                  </a:lnTo>
                  <a:lnTo>
                    <a:pt x="0" y="707264"/>
                  </a:lnTo>
                  <a:close/>
                </a:path>
              </a:pathLst>
            </a:custGeom>
            <a:blipFill>
              <a:blip r:embed="rId4"/>
              <a:stretch>
                <a:fillRect l="-8173" t="0" r="-8173" b="0"/>
              </a:stretch>
            </a:blipFill>
          </p:spPr>
        </p:sp>
      </p:grpSp>
      <p:sp>
        <p:nvSpPr>
          <p:cNvPr name="TextBox 6" id="6"/>
          <p:cNvSpPr txBox="true"/>
          <p:nvPr/>
        </p:nvSpPr>
        <p:spPr>
          <a:xfrm rot="0">
            <a:off x="4205887" y="3516113"/>
            <a:ext cx="3732661" cy="4631846"/>
          </a:xfrm>
          <a:prstGeom prst="rect">
            <a:avLst/>
          </a:prstGeom>
        </p:spPr>
        <p:txBody>
          <a:bodyPr anchor="t" rtlCol="false" tIns="0" lIns="0" bIns="0" rIns="0">
            <a:spAutoFit/>
          </a:bodyPr>
          <a:lstStyle/>
          <a:p>
            <a:pPr algn="l">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Freeform 7" id="7"/>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AutoShape 8" id="8"/>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9" id="9"/>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03</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SUBJECT 1</a:t>
            </a:r>
          </a:p>
        </p:txBody>
      </p:sp>
      <p:sp>
        <p:nvSpPr>
          <p:cNvPr name="TextBox 4" id="4"/>
          <p:cNvSpPr txBox="true"/>
          <p:nvPr/>
        </p:nvSpPr>
        <p:spPr>
          <a:xfrm rot="0">
            <a:off x="3141438" y="4097138"/>
            <a:ext cx="5447161" cy="3469796"/>
          </a:xfrm>
          <a:prstGeom prst="rect">
            <a:avLst/>
          </a:prstGeom>
        </p:spPr>
        <p:txBody>
          <a:bodyPr anchor="t" rtlCol="false" tIns="0" lIns="0" bIns="0" rIns="0">
            <a:spAutoFit/>
          </a:bodyPr>
          <a:lstStyle/>
          <a:p>
            <a:pPr algn="l" marL="705747" indent="-352873" lvl="1">
              <a:lnSpc>
                <a:spcPts val="4576"/>
              </a:lnSpc>
              <a:buFont typeface="Arial"/>
              <a:buChar char="•"/>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TextBox 5" id="5"/>
          <p:cNvSpPr txBox="true"/>
          <p:nvPr/>
        </p:nvSpPr>
        <p:spPr>
          <a:xfrm rot="0">
            <a:off x="9699401" y="4097138"/>
            <a:ext cx="5447161" cy="3469796"/>
          </a:xfrm>
          <a:prstGeom prst="rect">
            <a:avLst/>
          </a:prstGeom>
        </p:spPr>
        <p:txBody>
          <a:bodyPr anchor="t" rtlCol="false" tIns="0" lIns="0" bIns="0" rIns="0">
            <a:spAutoFit/>
          </a:bodyPr>
          <a:lstStyle/>
          <a:p>
            <a:pPr algn="l" marL="705747" indent="-352873" lvl="1">
              <a:lnSpc>
                <a:spcPts val="4576"/>
              </a:lnSpc>
              <a:buFont typeface="Arial"/>
              <a:buChar char="•"/>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Freeform 6" id="6"/>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7" id="7"/>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8" id="8"/>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04</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SUBJECT 2</a:t>
            </a:r>
          </a:p>
        </p:txBody>
      </p:sp>
      <p:sp>
        <p:nvSpPr>
          <p:cNvPr name="TextBox 4" id="4"/>
          <p:cNvSpPr txBox="true"/>
          <p:nvPr/>
        </p:nvSpPr>
        <p:spPr>
          <a:xfrm rot="0">
            <a:off x="3242710" y="4097138"/>
            <a:ext cx="7304536" cy="4050821"/>
          </a:xfrm>
          <a:prstGeom prst="rect">
            <a:avLst/>
          </a:prstGeom>
        </p:spPr>
        <p:txBody>
          <a:bodyPr anchor="t" rtlCol="false" tIns="0" lIns="0" bIns="0" rIns="0">
            <a:spAutoFit/>
          </a:bodyPr>
          <a:lstStyle/>
          <a:p>
            <a:pPr algn="l">
              <a:lnSpc>
                <a:spcPts val="4576"/>
              </a:lnSpc>
            </a:pPr>
            <a:r>
              <a:rPr lang="en-US" sz="3268">
                <a:solidFill>
                  <a:srgbClr val="545454"/>
                </a:solidFill>
                <a:latin typeface="Garet"/>
                <a:ea typeface="Garet"/>
                <a:cs typeface="Garet"/>
                <a:sym typeface="Garet"/>
              </a:rPr>
              <a:t>Lorem ipsum dolor sit amet, consectetur adipiscing elit. Duis vel dolor ante. Nullam feugiat egestas elit et vehicula. Proin venenatis, orci nec cursus tristique, nulla risus mattis eros, id accumsan massa elit eu augue.</a:t>
            </a:r>
          </a:p>
        </p:txBody>
      </p:sp>
      <p:pic>
        <p:nvPicPr>
          <p:cNvPr name="Picture 5" id="5"/>
          <p:cNvPicPr>
            <a:picLocks noChangeAspect="true"/>
          </p:cNvPicPr>
          <p:nvPr/>
        </p:nvPicPr>
        <p:blipFill>
          <a:blip r:embed="rId4"/>
          <a:stretch>
            <a:fillRect/>
          </a:stretch>
        </p:blipFill>
        <p:spPr>
          <a:xfrm rot="0">
            <a:off x="10662729" y="3765398"/>
            <a:ext cx="4780975" cy="4780975"/>
          </a:xfrm>
          <a:prstGeom prst="rect">
            <a:avLst/>
          </a:prstGeom>
        </p:spPr>
      </p:pic>
      <p:sp>
        <p:nvSpPr>
          <p:cNvPr name="Freeform 6" id="6"/>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AutoShape 7" id="7"/>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8" id="8"/>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05</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SUBJECT 3</a:t>
            </a:r>
          </a:p>
        </p:txBody>
      </p:sp>
      <p:sp>
        <p:nvSpPr>
          <p:cNvPr name="TextBox 4" id="4"/>
          <p:cNvSpPr txBox="true"/>
          <p:nvPr/>
        </p:nvSpPr>
        <p:spPr>
          <a:xfrm rot="0">
            <a:off x="3141438" y="4097138"/>
            <a:ext cx="7304536" cy="4050821"/>
          </a:xfrm>
          <a:prstGeom prst="rect">
            <a:avLst/>
          </a:prstGeom>
        </p:spPr>
        <p:txBody>
          <a:bodyPr anchor="t" rtlCol="false" tIns="0" lIns="0" bIns="0" rIns="0">
            <a:spAutoFit/>
          </a:bodyPr>
          <a:lstStyle/>
          <a:p>
            <a:pPr algn="l">
              <a:lnSpc>
                <a:spcPts val="4576"/>
              </a:lnSpc>
            </a:pPr>
            <a:r>
              <a:rPr lang="en-US" sz="3268">
                <a:solidFill>
                  <a:srgbClr val="545454"/>
                </a:solidFill>
                <a:latin typeface="Garet"/>
                <a:ea typeface="Garet"/>
                <a:cs typeface="Garet"/>
                <a:sym typeface="Garet"/>
              </a:rPr>
              <a:t>Lorem ipsum dolor sit amet, consectetur adipiscing elit. Duis vel dolor ante. Nullam feugiat egestas elit et vehicula. Proin venenatis, orci nec cursus tristique, nulla risus mattis eros, id accumsan massa elit eu augue.</a:t>
            </a:r>
          </a:p>
        </p:txBody>
      </p:sp>
      <p:pic>
        <p:nvPicPr>
          <p:cNvPr name="Picture 5" id="5"/>
          <p:cNvPicPr>
            <a:picLocks noChangeAspect="true"/>
          </p:cNvPicPr>
          <p:nvPr/>
        </p:nvPicPr>
        <p:blipFill>
          <a:blip r:embed="rId4"/>
          <a:stretch>
            <a:fillRect/>
          </a:stretch>
        </p:blipFill>
        <p:spPr>
          <a:xfrm rot="0">
            <a:off x="10078881" y="3688393"/>
            <a:ext cx="5705042" cy="4934986"/>
          </a:xfrm>
          <a:prstGeom prst="rect">
            <a:avLst/>
          </a:prstGeom>
        </p:spPr>
      </p:pic>
      <p:sp>
        <p:nvSpPr>
          <p:cNvPr name="Freeform 6" id="6"/>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AutoShape 7" id="7"/>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8" id="8"/>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06</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ANALYSIS</a:t>
            </a:r>
          </a:p>
        </p:txBody>
      </p:sp>
      <p:sp>
        <p:nvSpPr>
          <p:cNvPr name="TextBox 4" id="4"/>
          <p:cNvSpPr txBox="true"/>
          <p:nvPr/>
        </p:nvSpPr>
        <p:spPr>
          <a:xfrm rot="0">
            <a:off x="3443857" y="4097138"/>
            <a:ext cx="11400286" cy="3469796"/>
          </a:xfrm>
          <a:prstGeom prst="rect">
            <a:avLst/>
          </a:prstGeom>
        </p:spPr>
        <p:txBody>
          <a:bodyPr anchor="t" rtlCol="false" tIns="0" lIns="0" bIns="0" rIns="0">
            <a:spAutoFit/>
          </a:bodyPr>
          <a:lstStyle/>
          <a:p>
            <a:pPr algn="ctr">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 Proin venenatis, orci nec cursus tristique, nulla risus mattis eros, id accumsan massa elit eu augue. Mauris massa ipsum, pharetra id nibh eget, sodales facilisis enim.</a:t>
            </a:r>
          </a:p>
        </p:txBody>
      </p:sp>
      <p:sp>
        <p:nvSpPr>
          <p:cNvPr name="Freeform 5" id="5"/>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6" id="6"/>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7" id="7"/>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07</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362879"/>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RESULT</a:t>
            </a:r>
          </a:p>
        </p:txBody>
      </p:sp>
      <p:sp>
        <p:nvSpPr>
          <p:cNvPr name="TextBox 4" id="4"/>
          <p:cNvSpPr txBox="true"/>
          <p:nvPr/>
        </p:nvSpPr>
        <p:spPr>
          <a:xfrm rot="0">
            <a:off x="3205732" y="3892350"/>
            <a:ext cx="11876536" cy="1726721"/>
          </a:xfrm>
          <a:prstGeom prst="rect">
            <a:avLst/>
          </a:prstGeom>
        </p:spPr>
        <p:txBody>
          <a:bodyPr anchor="t" rtlCol="false" tIns="0" lIns="0" bIns="0" rIns="0">
            <a:spAutoFit/>
          </a:bodyPr>
          <a:lstStyle/>
          <a:p>
            <a:pPr algn="l" marL="705747" indent="-352873" lvl="1">
              <a:lnSpc>
                <a:spcPts val="4576"/>
              </a:lnSpc>
              <a:buFont typeface="Arial"/>
              <a:buChar char="•"/>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TextBox 5" id="5"/>
          <p:cNvSpPr txBox="true"/>
          <p:nvPr/>
        </p:nvSpPr>
        <p:spPr>
          <a:xfrm rot="0">
            <a:off x="3205732" y="6045000"/>
            <a:ext cx="11876536" cy="1726721"/>
          </a:xfrm>
          <a:prstGeom prst="rect">
            <a:avLst/>
          </a:prstGeom>
        </p:spPr>
        <p:txBody>
          <a:bodyPr anchor="t" rtlCol="false" tIns="0" lIns="0" bIns="0" rIns="0">
            <a:spAutoFit/>
          </a:bodyPr>
          <a:lstStyle/>
          <a:p>
            <a:pPr algn="l" marL="705747" indent="-352873" lvl="1">
              <a:lnSpc>
                <a:spcPts val="4576"/>
              </a:lnSpc>
              <a:buFont typeface="Arial"/>
              <a:buChar char="•"/>
            </a:pPr>
            <a:r>
              <a:rPr lang="en-US" sz="3268">
                <a:solidFill>
                  <a:srgbClr val="545454"/>
                </a:solidFill>
                <a:latin typeface="Garet"/>
                <a:ea typeface="Garet"/>
                <a:cs typeface="Garet"/>
                <a:sym typeface="Garet"/>
              </a:rPr>
              <a:t>Lorem ipsum dolor sit amet, consectetur adipiscing elit. Duis vel dolor ante. Nullam feugiat egestas elit et vehicula.</a:t>
            </a:r>
          </a:p>
        </p:txBody>
      </p:sp>
      <p:sp>
        <p:nvSpPr>
          <p:cNvPr name="Freeform 6" id="6"/>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7" id="7"/>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8" id="8"/>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08</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4541415" y="2567666"/>
            <a:ext cx="9205169" cy="1392492"/>
          </a:xfrm>
          <a:prstGeom prst="rect">
            <a:avLst/>
          </a:prstGeom>
        </p:spPr>
        <p:txBody>
          <a:bodyPr anchor="t" rtlCol="false" tIns="0" lIns="0" bIns="0" rIns="0">
            <a:spAutoFit/>
          </a:bodyPr>
          <a:lstStyle/>
          <a:p>
            <a:pPr algn="ctr">
              <a:lnSpc>
                <a:spcPts val="11448"/>
              </a:lnSpc>
            </a:pPr>
            <a:r>
              <a:rPr lang="en-US" b="true" sz="8177">
                <a:solidFill>
                  <a:srgbClr val="3F3D3E"/>
                </a:solidFill>
                <a:latin typeface="Alexandria Bold"/>
                <a:ea typeface="Alexandria Bold"/>
                <a:cs typeface="Alexandria Bold"/>
                <a:sym typeface="Alexandria Bold"/>
              </a:rPr>
              <a:t>CONCLUSION</a:t>
            </a:r>
          </a:p>
        </p:txBody>
      </p:sp>
      <p:sp>
        <p:nvSpPr>
          <p:cNvPr name="TextBox 4" id="4"/>
          <p:cNvSpPr txBox="true"/>
          <p:nvPr/>
        </p:nvSpPr>
        <p:spPr>
          <a:xfrm rot="0">
            <a:off x="3443857" y="4097138"/>
            <a:ext cx="11400286" cy="3469796"/>
          </a:xfrm>
          <a:prstGeom prst="rect">
            <a:avLst/>
          </a:prstGeom>
        </p:spPr>
        <p:txBody>
          <a:bodyPr anchor="t" rtlCol="false" tIns="0" lIns="0" bIns="0" rIns="0">
            <a:spAutoFit/>
          </a:bodyPr>
          <a:lstStyle/>
          <a:p>
            <a:pPr algn="ctr">
              <a:lnSpc>
                <a:spcPts val="4576"/>
              </a:lnSpc>
              <a:spcBef>
                <a:spcPct val="0"/>
              </a:spcBef>
            </a:pPr>
            <a:r>
              <a:rPr lang="en-US" sz="3268">
                <a:solidFill>
                  <a:srgbClr val="545454"/>
                </a:solidFill>
                <a:latin typeface="Garet"/>
                <a:ea typeface="Garet"/>
                <a:cs typeface="Garet"/>
                <a:sym typeface="Garet"/>
              </a:rPr>
              <a:t>Lorem ipsum dolor sit amet, consectetur adipiscing elit. Duis vel dolor ante. Nullam feugiat egestas elit et vehicula. Proin venenatis, orci nec cursus tristique, nulla risus mattis eros, id accumsan massa elit eu augue. Mauris massa ipsum, pharetra id nibh eget, sodales facilisis enim.</a:t>
            </a:r>
          </a:p>
        </p:txBody>
      </p:sp>
      <p:sp>
        <p:nvSpPr>
          <p:cNvPr name="Freeform 5" id="5"/>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6" id="6"/>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7" id="7"/>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09</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E9E9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598671" y="-1743170"/>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3" id="3"/>
          <p:cNvSpPr txBox="true"/>
          <p:nvPr/>
        </p:nvSpPr>
        <p:spPr>
          <a:xfrm rot="0">
            <a:off x="2668325" y="4041844"/>
            <a:ext cx="12951349" cy="1974712"/>
          </a:xfrm>
          <a:prstGeom prst="rect">
            <a:avLst/>
          </a:prstGeom>
        </p:spPr>
        <p:txBody>
          <a:bodyPr anchor="t" rtlCol="false" tIns="0" lIns="0" bIns="0" rIns="0">
            <a:spAutoFit/>
          </a:bodyPr>
          <a:lstStyle/>
          <a:p>
            <a:pPr algn="ctr">
              <a:lnSpc>
                <a:spcPts val="16107"/>
              </a:lnSpc>
            </a:pPr>
            <a:r>
              <a:rPr lang="en-US" b="true" sz="11505">
                <a:solidFill>
                  <a:srgbClr val="3F3D3E"/>
                </a:solidFill>
                <a:latin typeface="Alexandria Bold"/>
                <a:ea typeface="Alexandria Bold"/>
                <a:cs typeface="Alexandria Bold"/>
                <a:sym typeface="Alexandria Bold"/>
              </a:rPr>
              <a:t>THANK YOU</a:t>
            </a:r>
          </a:p>
        </p:txBody>
      </p:sp>
      <p:sp>
        <p:nvSpPr>
          <p:cNvPr name="Freeform 4" id="4"/>
          <p:cNvSpPr/>
          <p:nvPr/>
        </p:nvSpPr>
        <p:spPr>
          <a:xfrm flipH="false" flipV="false" rot="-574333">
            <a:off x="-598671" y="5498906"/>
            <a:ext cx="4840370" cy="6758253"/>
          </a:xfrm>
          <a:custGeom>
            <a:avLst/>
            <a:gdLst/>
            <a:ahLst/>
            <a:cxnLst/>
            <a:rect r="r" b="b" t="t" l="l"/>
            <a:pathLst>
              <a:path h="6758253" w="4840370">
                <a:moveTo>
                  <a:pt x="0" y="0"/>
                </a:moveTo>
                <a:lnTo>
                  <a:pt x="4840370" y="0"/>
                </a:lnTo>
                <a:lnTo>
                  <a:pt x="4840370" y="6758253"/>
                </a:lnTo>
                <a:lnTo>
                  <a:pt x="0" y="675825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AutoShape 5" id="5"/>
          <p:cNvSpPr/>
          <p:nvPr/>
        </p:nvSpPr>
        <p:spPr>
          <a:xfrm>
            <a:off x="4541415" y="9464180"/>
            <a:ext cx="11672841" cy="0"/>
          </a:xfrm>
          <a:prstGeom prst="line">
            <a:avLst/>
          </a:prstGeom>
          <a:ln cap="flat" w="9525">
            <a:solidFill>
              <a:srgbClr val="545454"/>
            </a:solidFill>
            <a:prstDash val="solid"/>
            <a:headEnd type="none" len="sm" w="sm"/>
            <a:tailEnd type="none" len="sm" w="sm"/>
          </a:ln>
        </p:spPr>
      </p:sp>
      <p:sp>
        <p:nvSpPr>
          <p:cNvPr name="TextBox 6" id="6"/>
          <p:cNvSpPr txBox="true"/>
          <p:nvPr/>
        </p:nvSpPr>
        <p:spPr>
          <a:xfrm rot="0">
            <a:off x="16214256" y="9019603"/>
            <a:ext cx="1271574" cy="803430"/>
          </a:xfrm>
          <a:prstGeom prst="rect">
            <a:avLst/>
          </a:prstGeom>
        </p:spPr>
        <p:txBody>
          <a:bodyPr anchor="t" rtlCol="false" tIns="0" lIns="0" bIns="0" rIns="0">
            <a:spAutoFit/>
          </a:bodyPr>
          <a:lstStyle/>
          <a:p>
            <a:pPr algn="ctr">
              <a:lnSpc>
                <a:spcPts val="6641"/>
              </a:lnSpc>
              <a:spcBef>
                <a:spcPct val="0"/>
              </a:spcBef>
            </a:pPr>
            <a:r>
              <a:rPr lang="en-US" b="true" sz="4743">
                <a:solidFill>
                  <a:srgbClr val="545454"/>
                </a:solidFill>
                <a:latin typeface="Garet Bold"/>
                <a:ea typeface="Garet Bold"/>
                <a:cs typeface="Garet Bold"/>
                <a:sym typeface="Garet Bold"/>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DAG54cD6mqw</dc:identifier>
  <dcterms:modified xsi:type="dcterms:W3CDTF">2011-08-01T06:04:30Z</dcterms:modified>
  <cp:revision>1</cp:revision>
  <dc:title>Grey Minimalist Professional Project Presentation</dc:title>
</cp:coreProperties>
</file>