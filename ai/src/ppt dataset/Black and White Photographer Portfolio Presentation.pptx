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Condensed Bold" charset="1" panose="02000000000000000000"/>
      <p:regular r:id="rId16"/>
    </p:embeddedFont>
    <p:embeddedFont>
      <p:font typeface="Roboto Condensed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6" Type="http://schemas.openxmlformats.org/officeDocument/2006/relationships/image" Target="../media/image12.jpeg"/><Relationship Id="rId7" Type="http://schemas.openxmlformats.org/officeDocument/2006/relationships/image" Target="../media/image1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949" y="4142303"/>
            <a:ext cx="4834595" cy="712759"/>
            <a:chOff x="0" y="0"/>
            <a:chExt cx="1273309" cy="187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3309" cy="187722"/>
            </a:xfrm>
            <a:custGeom>
              <a:avLst/>
              <a:gdLst/>
              <a:ahLst/>
              <a:cxnLst/>
              <a:rect r="r" b="b" t="t" l="l"/>
              <a:pathLst>
                <a:path h="18772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187722"/>
                  </a:lnTo>
                  <a:lnTo>
                    <a:pt x="0" y="1877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1273309" cy="140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60451" y="4142303"/>
            <a:ext cx="4834595" cy="712759"/>
            <a:chOff x="0" y="0"/>
            <a:chExt cx="1273309" cy="1877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309" cy="187722"/>
            </a:xfrm>
            <a:custGeom>
              <a:avLst/>
              <a:gdLst/>
              <a:ahLst/>
              <a:cxnLst/>
              <a:rect r="r" b="b" t="t" l="l"/>
              <a:pathLst>
                <a:path h="187722" w="1273309">
                  <a:moveTo>
                    <a:pt x="0" y="0"/>
                  </a:moveTo>
                  <a:lnTo>
                    <a:pt x="1273309" y="0"/>
                  </a:lnTo>
                  <a:lnTo>
                    <a:pt x="1273309" y="187722"/>
                  </a:lnTo>
                  <a:lnTo>
                    <a:pt x="0" y="1877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1273309" cy="140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98993" y="3986764"/>
            <a:ext cx="9890014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4198993" y="5058261"/>
            <a:ext cx="989001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7357381" y="6472753"/>
            <a:ext cx="357323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11" id="11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2006275" y="1969581"/>
            <a:ext cx="6228405" cy="3874349"/>
            <a:chOff x="0" y="0"/>
            <a:chExt cx="8304541" cy="5165798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t="3053" r="0" b="3053"/>
            <a:stretch>
              <a:fillRect/>
            </a:stretch>
          </p:blipFill>
          <p:spPr>
            <a:xfrm flipH="false" flipV="false">
              <a:off x="0" y="0"/>
              <a:ext cx="8304541" cy="5165798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8759851" y="4849072"/>
            <a:ext cx="300695" cy="3824259"/>
            <a:chOff x="0" y="0"/>
            <a:chExt cx="79195" cy="10072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195" cy="1007212"/>
            </a:xfrm>
            <a:custGeom>
              <a:avLst/>
              <a:gdLst/>
              <a:ahLst/>
              <a:cxnLst/>
              <a:rect r="r" b="b" t="t" l="l"/>
              <a:pathLst>
                <a:path h="1007212" w="79195">
                  <a:moveTo>
                    <a:pt x="0" y="0"/>
                  </a:moveTo>
                  <a:lnTo>
                    <a:pt x="79195" y="0"/>
                  </a:lnTo>
                  <a:lnTo>
                    <a:pt x="79195" y="1007212"/>
                  </a:lnTo>
                  <a:lnTo>
                    <a:pt x="0" y="10072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79195" cy="959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15214" y="5214699"/>
            <a:ext cx="6586786" cy="3093451"/>
            <a:chOff x="0" y="0"/>
            <a:chExt cx="8782381" cy="412460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33350"/>
              <a:ext cx="8782381" cy="1352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6000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About Me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785685"/>
              <a:ext cx="8782381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Hello, my name is Aaron Loeb. I am 23 years old and have a hobby of photography. I am a photographer with 3 years experience as a food and landscape photography portrait photographer. I started my career in photographer since I was 19 years old.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6638" y="5242360"/>
            <a:ext cx="4369937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3" id="3"/>
          <p:cNvSpPr txBox="true"/>
          <p:nvPr/>
        </p:nvSpPr>
        <p:spPr>
          <a:xfrm rot="0">
            <a:off x="2147051" y="3097191"/>
            <a:ext cx="606952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4" id="4"/>
          <p:cNvGrpSpPr/>
          <p:nvPr/>
        </p:nvGrpSpPr>
        <p:grpSpPr>
          <a:xfrm rot="0">
            <a:off x="8813475" y="2892852"/>
            <a:ext cx="6228405" cy="3874349"/>
            <a:chOff x="0" y="0"/>
            <a:chExt cx="8304541" cy="5165798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t="3346" r="0" b="3346"/>
            <a:stretch>
              <a:fillRect/>
            </a:stretch>
          </p:blipFill>
          <p:spPr>
            <a:xfrm flipH="false" flipV="false">
              <a:off x="0" y="0"/>
              <a:ext cx="8304541" cy="5165798"/>
            </a:xfrm>
            <a:prstGeom prst="rect">
              <a:avLst/>
            </a:prstGeom>
          </p:spPr>
        </p:pic>
      </p:grpSp>
      <p:sp>
        <p:nvSpPr>
          <p:cNvPr name="AutoShape 6" id="6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59349" y="5634584"/>
            <a:ext cx="5347837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3" id="3"/>
          <p:cNvSpPr txBox="true"/>
          <p:nvPr/>
        </p:nvSpPr>
        <p:spPr>
          <a:xfrm rot="0">
            <a:off x="10459349" y="3573165"/>
            <a:ext cx="618382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4" id="4"/>
          <p:cNvGrpSpPr/>
          <p:nvPr/>
        </p:nvGrpSpPr>
        <p:grpSpPr>
          <a:xfrm rot="0">
            <a:off x="2250374" y="5087706"/>
            <a:ext cx="3809774" cy="2369851"/>
            <a:chOff x="0" y="0"/>
            <a:chExt cx="5079699" cy="3159801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t="3346" r="0" b="3346"/>
            <a:stretch>
              <a:fillRect/>
            </a:stretch>
          </p:blipFill>
          <p:spPr>
            <a:xfrm flipH="false" flipV="false">
              <a:off x="0" y="0"/>
              <a:ext cx="5079699" cy="3159801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2248885" y="2413543"/>
            <a:ext cx="3809774" cy="2369851"/>
            <a:chOff x="0" y="0"/>
            <a:chExt cx="5079699" cy="3159801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rcRect l="3178" t="0" r="3178" b="0"/>
            <a:stretch>
              <a:fillRect/>
            </a:stretch>
          </p:blipFill>
          <p:spPr>
            <a:xfrm flipH="false" flipV="false">
              <a:off x="0" y="0"/>
              <a:ext cx="5079699" cy="3159801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6415748" y="2413543"/>
            <a:ext cx="3535601" cy="5044013"/>
            <a:chOff x="0" y="0"/>
            <a:chExt cx="4714135" cy="6725351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0" t="2445" r="0" b="2445"/>
            <a:stretch>
              <a:fillRect/>
            </a:stretch>
          </p:blipFill>
          <p:spPr>
            <a:xfrm flipH="false" flipV="false">
              <a:off x="0" y="0"/>
              <a:ext cx="4714135" cy="6725351"/>
            </a:xfrm>
            <a:prstGeom prst="rect">
              <a:avLst/>
            </a:prstGeom>
          </p:spPr>
        </p:pic>
      </p:grpSp>
      <p:sp>
        <p:nvSpPr>
          <p:cNvPr name="AutoShape 10" id="10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1" id="11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2078537" y="1726318"/>
            <a:ext cx="740087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5" id="5"/>
          <p:cNvGrpSpPr/>
          <p:nvPr/>
        </p:nvGrpSpPr>
        <p:grpSpPr>
          <a:xfrm rot="0">
            <a:off x="10498637" y="5102001"/>
            <a:ext cx="5710826" cy="2064072"/>
            <a:chOff x="0" y="0"/>
            <a:chExt cx="7614434" cy="275209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731" y="689056"/>
              <a:ext cx="7612704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u="none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Product Potographer (2019 - 2020)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731" y="2292780"/>
              <a:ext cx="7612704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u="none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Pottait Photographer (2020 - 2021)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76200"/>
              <a:ext cx="7614434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u="non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Rimberio Co. Studio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524430"/>
              <a:ext cx="7614434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u="non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Studio Shodwe New York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33975" y="3611919"/>
            <a:ext cx="3535601" cy="5044013"/>
            <a:chOff x="0" y="0"/>
            <a:chExt cx="4714135" cy="6725351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2"/>
            <a:srcRect l="0" t="2445" r="0" b="2445"/>
            <a:stretch>
              <a:fillRect/>
            </a:stretch>
          </p:blipFill>
          <p:spPr>
            <a:xfrm flipH="false" flipV="false">
              <a:off x="0" y="0"/>
              <a:ext cx="4714135" cy="6725351"/>
            </a:xfrm>
            <a:prstGeom prst="rect">
              <a:avLst/>
            </a:prstGeom>
          </p:spPr>
        </p:pic>
      </p:grpSp>
      <p:grpSp>
        <p:nvGrpSpPr>
          <p:cNvPr name="Group 12" id="12"/>
          <p:cNvGrpSpPr/>
          <p:nvPr/>
        </p:nvGrpSpPr>
        <p:grpSpPr>
          <a:xfrm rot="0">
            <a:off x="2078537" y="4945419"/>
            <a:ext cx="3822038" cy="2377013"/>
            <a:chOff x="0" y="0"/>
            <a:chExt cx="5096050" cy="3169351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3"/>
            <a:srcRect l="992" t="0" r="992" b="0"/>
            <a:stretch>
              <a:fillRect/>
            </a:stretch>
          </p:blipFill>
          <p:spPr>
            <a:xfrm flipH="false" flipV="false">
              <a:off x="0" y="0"/>
              <a:ext cx="5096050" cy="31693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2333476" y="3451161"/>
            <a:ext cx="3822038" cy="2377013"/>
            <a:chOff x="0" y="0"/>
            <a:chExt cx="5096050" cy="3169351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t="3326" r="0" b="3326"/>
            <a:stretch>
              <a:fillRect/>
            </a:stretch>
          </p:blipFill>
          <p:spPr>
            <a:xfrm flipH="false" flipV="false">
              <a:off x="0" y="0"/>
              <a:ext cx="5096050" cy="3169351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4512936" y="6172003"/>
            <a:ext cx="3822038" cy="2377013"/>
            <a:chOff x="0" y="0"/>
            <a:chExt cx="5096050" cy="3169351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rcRect l="0" t="3355" r="0" b="3355"/>
            <a:stretch>
              <a:fillRect/>
            </a:stretch>
          </p:blipFill>
          <p:spPr>
            <a:xfrm flipH="false" flipV="false">
              <a:off x="0" y="0"/>
              <a:ext cx="5096050" cy="3169351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6518038" y="3451161"/>
            <a:ext cx="3822038" cy="2377013"/>
            <a:chOff x="0" y="0"/>
            <a:chExt cx="5096050" cy="3169351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0" t="6653" r="0" b="0"/>
            <a:stretch>
              <a:fillRect/>
            </a:stretch>
          </p:blipFill>
          <p:spPr>
            <a:xfrm flipH="false" flipV="false">
              <a:off x="0" y="0"/>
              <a:ext cx="5096050" cy="3169351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8697498" y="6172003"/>
            <a:ext cx="3822038" cy="2377013"/>
            <a:chOff x="0" y="0"/>
            <a:chExt cx="5096050" cy="3169351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5"/>
            <a:srcRect l="0" t="3326" r="0" b="3326"/>
            <a:stretch>
              <a:fillRect/>
            </a:stretch>
          </p:blipFill>
          <p:spPr>
            <a:xfrm flipH="false" flipV="false">
              <a:off x="0" y="0"/>
              <a:ext cx="5096050" cy="3169351"/>
            </a:xfrm>
            <a:prstGeom prst="rect">
              <a:avLst/>
            </a:prstGeom>
          </p:spPr>
        </p:pic>
      </p:grpSp>
      <p:grpSp>
        <p:nvGrpSpPr>
          <p:cNvPr name="Group 12" id="12"/>
          <p:cNvGrpSpPr/>
          <p:nvPr/>
        </p:nvGrpSpPr>
        <p:grpSpPr>
          <a:xfrm rot="0">
            <a:off x="10702601" y="3451161"/>
            <a:ext cx="3822038" cy="2377013"/>
            <a:chOff x="0" y="0"/>
            <a:chExt cx="5096050" cy="3169351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6"/>
            <a:srcRect l="0" t="3355" r="0" b="3355"/>
            <a:stretch>
              <a:fillRect/>
            </a:stretch>
          </p:blipFill>
          <p:spPr>
            <a:xfrm flipH="false" flipV="false">
              <a:off x="0" y="0"/>
              <a:ext cx="5096050" cy="3169351"/>
            </a:xfrm>
            <a:prstGeom prst="rect">
              <a:avLst/>
            </a:prstGeom>
          </p:spPr>
        </p:pic>
      </p:grpSp>
      <p:grpSp>
        <p:nvGrpSpPr>
          <p:cNvPr name="Group 14" id="14"/>
          <p:cNvGrpSpPr/>
          <p:nvPr/>
        </p:nvGrpSpPr>
        <p:grpSpPr>
          <a:xfrm rot="0">
            <a:off x="12882060" y="6172003"/>
            <a:ext cx="3822038" cy="2377013"/>
            <a:chOff x="0" y="0"/>
            <a:chExt cx="5096050" cy="3169351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7"/>
            <a:srcRect l="0" t="3062" r="0" b="3062"/>
            <a:stretch>
              <a:fillRect/>
            </a:stretch>
          </p:blipFill>
          <p:spPr>
            <a:xfrm flipH="false" flipV="false">
              <a:off x="0" y="0"/>
              <a:ext cx="5096050" cy="3169351"/>
            </a:xfrm>
            <a:prstGeom prst="rect">
              <a:avLst/>
            </a:prstGeom>
          </p:spPr>
        </p:pic>
      </p:grpSp>
      <p:sp>
        <p:nvSpPr>
          <p:cNvPr name="TextBox 16" id="16"/>
          <p:cNvSpPr txBox="true"/>
          <p:nvPr/>
        </p:nvSpPr>
        <p:spPr>
          <a:xfrm rot="0">
            <a:off x="2059487" y="1879536"/>
            <a:ext cx="740087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05096" y="2135499"/>
            <a:ext cx="626002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3" id="3"/>
          <p:cNvGrpSpPr/>
          <p:nvPr/>
        </p:nvGrpSpPr>
        <p:grpSpPr>
          <a:xfrm rot="0">
            <a:off x="4205096" y="5701842"/>
            <a:ext cx="5632079" cy="2544910"/>
            <a:chOff x="0" y="0"/>
            <a:chExt cx="7509439" cy="3393213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0" t="16152" r="0" b="16152"/>
            <a:stretch>
              <a:fillRect/>
            </a:stretch>
          </p:blipFill>
          <p:spPr>
            <a:xfrm flipH="false" flipV="false">
              <a:off x="0" y="0"/>
              <a:ext cx="7509439" cy="3393213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0190725" y="2040249"/>
            <a:ext cx="3892179" cy="6206502"/>
            <a:chOff x="0" y="0"/>
            <a:chExt cx="5189572" cy="8275336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8192" t="0" r="8192" b="0"/>
            <a:stretch>
              <a:fillRect/>
            </a:stretch>
          </p:blipFill>
          <p:spPr>
            <a:xfrm flipH="false" flipV="false">
              <a:off x="0" y="0"/>
              <a:ext cx="5189572" cy="8275336"/>
            </a:xfrm>
            <a:prstGeom prst="rect">
              <a:avLst/>
            </a:prstGeom>
          </p:spPr>
        </p:pic>
      </p:grpSp>
      <p:sp>
        <p:nvSpPr>
          <p:cNvPr name="AutoShape 7" id="7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4253683" y="4196918"/>
            <a:ext cx="518273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40998" y="2493095"/>
            <a:ext cx="3727079" cy="5300810"/>
            <a:chOff x="0" y="0"/>
            <a:chExt cx="4969439" cy="7067746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331" t="0" r="2331" b="0"/>
            <a:stretch>
              <a:fillRect/>
            </a:stretch>
          </p:blipFill>
          <p:spPr>
            <a:xfrm flipH="false" flipV="false">
              <a:off x="0" y="0"/>
              <a:ext cx="4969439" cy="7067746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4319922" y="3628714"/>
            <a:ext cx="524994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4368509" y="5690134"/>
            <a:ext cx="5201355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6" id="6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17430" y="3676650"/>
            <a:ext cx="355600" cy="2933700"/>
            <a:chOff x="0" y="0"/>
            <a:chExt cx="93656" cy="772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656" cy="772662"/>
            </a:xfrm>
            <a:custGeom>
              <a:avLst/>
              <a:gdLst/>
              <a:ahLst/>
              <a:cxnLst/>
              <a:rect r="r" b="b" t="t" l="l"/>
              <a:pathLst>
                <a:path h="772662" w="93656">
                  <a:moveTo>
                    <a:pt x="0" y="0"/>
                  </a:moveTo>
                  <a:lnTo>
                    <a:pt x="93656" y="0"/>
                  </a:lnTo>
                  <a:lnTo>
                    <a:pt x="93656" y="772662"/>
                  </a:lnTo>
                  <a:lnTo>
                    <a:pt x="0" y="7726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3656" cy="82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60320" y="4185753"/>
            <a:ext cx="6937959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2360407" y="5218821"/>
            <a:ext cx="3953373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10825693" y="4092495"/>
            <a:ext cx="3483029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10825693" y="4959232"/>
            <a:ext cx="4388825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10825693" y="5617999"/>
            <a:ext cx="5101987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10" id="10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1" id="11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6954" y="3818418"/>
            <a:ext cx="1061409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3" id="3"/>
          <p:cNvSpPr txBox="true"/>
          <p:nvPr/>
        </p:nvSpPr>
        <p:spPr>
          <a:xfrm rot="0">
            <a:off x="4675953" y="5928907"/>
            <a:ext cx="893609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AutoShape 4" id="4"/>
          <p:cNvSpPr/>
          <p:nvPr/>
        </p:nvSpPr>
        <p:spPr>
          <a:xfrm rot="0">
            <a:off x="0" y="9906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5" id="5"/>
          <p:cNvSpPr/>
          <p:nvPr/>
        </p:nvSpPr>
        <p:spPr>
          <a:xfrm rot="0">
            <a:off x="11795760" y="9220200"/>
            <a:ext cx="6492240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DAG54VpzFhI</dc:identifier>
  <dcterms:modified xsi:type="dcterms:W3CDTF">2011-08-01T06:04:30Z</dcterms:modified>
  <cp:revision>1</cp:revision>
  <dc:title>Black and White Photographer Portfolio Presentation</dc:title>
</cp:coreProperties>
</file>