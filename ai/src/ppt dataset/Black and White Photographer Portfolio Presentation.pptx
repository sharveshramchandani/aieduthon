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Roboto Condensed Bold" charset="1" panose="02000000000000000000"/>
      <p:regular r:id="rId16"/>
    </p:embeddedFont>
    <p:embeddedFont>
      <p:font typeface="Roboto Condensed" charset="1" panose="020000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jpeg" Type="http://schemas.openxmlformats.org/officeDocument/2006/relationships/image"/><Relationship Id="rId3" Target="../media/image4.jpeg" Type="http://schemas.openxmlformats.org/officeDocument/2006/relationships/image"/><Relationship Id="rId4" Target="../media/image5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Relationship Id="rId3" Target="../media/image7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Relationship Id="rId3" Target="../media/image9.jpeg" Type="http://schemas.openxmlformats.org/officeDocument/2006/relationships/image"/><Relationship Id="rId4" Target="../media/image10.jpeg" Type="http://schemas.openxmlformats.org/officeDocument/2006/relationships/image"/><Relationship Id="rId5" Target="../media/image11.jpeg" Type="http://schemas.openxmlformats.org/officeDocument/2006/relationships/image"/><Relationship Id="rId6" Target="../media/image12.jpeg" Type="http://schemas.openxmlformats.org/officeDocument/2006/relationships/image"/><Relationship Id="rId7" Target="../media/image13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jpeg" Type="http://schemas.openxmlformats.org/officeDocument/2006/relationships/image"/><Relationship Id="rId3" Target="../media/image15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3949" y="4142303"/>
            <a:ext cx="4834595" cy="712759"/>
            <a:chOff x="0" y="0"/>
            <a:chExt cx="1273309" cy="18772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73309" cy="187722"/>
            </a:xfrm>
            <a:custGeom>
              <a:avLst/>
              <a:gdLst/>
              <a:ahLst/>
              <a:cxnLst/>
              <a:rect r="r" b="b" t="t" l="l"/>
              <a:pathLst>
                <a:path h="187722" w="1273309">
                  <a:moveTo>
                    <a:pt x="0" y="0"/>
                  </a:moveTo>
                  <a:lnTo>
                    <a:pt x="1273309" y="0"/>
                  </a:lnTo>
                  <a:lnTo>
                    <a:pt x="1273309" y="187722"/>
                  </a:lnTo>
                  <a:lnTo>
                    <a:pt x="0" y="18772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47625"/>
              <a:ext cx="1273309" cy="1400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9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560451" y="4142303"/>
            <a:ext cx="4834595" cy="712759"/>
            <a:chOff x="0" y="0"/>
            <a:chExt cx="1273309" cy="18772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73309" cy="187722"/>
            </a:xfrm>
            <a:custGeom>
              <a:avLst/>
              <a:gdLst/>
              <a:ahLst/>
              <a:cxnLst/>
              <a:rect r="r" b="b" t="t" l="l"/>
              <a:pathLst>
                <a:path h="187722" w="1273309">
                  <a:moveTo>
                    <a:pt x="0" y="0"/>
                  </a:moveTo>
                  <a:lnTo>
                    <a:pt x="1273309" y="0"/>
                  </a:lnTo>
                  <a:lnTo>
                    <a:pt x="1273309" y="187722"/>
                  </a:lnTo>
                  <a:lnTo>
                    <a:pt x="0" y="18772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47625"/>
              <a:ext cx="1273309" cy="14009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99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4198993" y="3986764"/>
            <a:ext cx="9890014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b="true" sz="8000" spc="-8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PHOTOGRAPHY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198993" y="5058261"/>
            <a:ext cx="9890014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00"/>
              </a:lnSpc>
            </a:pPr>
            <a:r>
              <a:rPr lang="en-US" b="true" sz="6000" spc="132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PORTFOLIO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357381" y="6472753"/>
            <a:ext cx="3573239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Chad Gibbons</a:t>
            </a:r>
          </a:p>
        </p:txBody>
      </p:sp>
      <p:sp>
        <p:nvSpPr>
          <p:cNvPr name="AutoShape 11" id="11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006275" y="1969581"/>
            <a:ext cx="6228405" cy="3874349"/>
            <a:chOff x="0" y="0"/>
            <a:chExt cx="8304541" cy="5165798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2"/>
            <a:srcRect l="0" t="3053" r="0" b="3053"/>
            <a:stretch>
              <a:fillRect/>
            </a:stretch>
          </p:blipFill>
          <p:spPr>
            <a:xfrm flipH="false" flipV="false">
              <a:off x="0" y="0"/>
              <a:ext cx="8304541" cy="5165798"/>
            </a:xfrm>
            <a:prstGeom prst="rect">
              <a:avLst/>
            </a:prstGeom>
          </p:spPr>
        </p:pic>
      </p:grpSp>
      <p:grpSp>
        <p:nvGrpSpPr>
          <p:cNvPr name="Group 6" id="6"/>
          <p:cNvGrpSpPr/>
          <p:nvPr/>
        </p:nvGrpSpPr>
        <p:grpSpPr>
          <a:xfrm rot="0">
            <a:off x="8759851" y="4849072"/>
            <a:ext cx="300695" cy="3824259"/>
            <a:chOff x="0" y="0"/>
            <a:chExt cx="79195" cy="100721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9195" cy="1007212"/>
            </a:xfrm>
            <a:custGeom>
              <a:avLst/>
              <a:gdLst/>
              <a:ahLst/>
              <a:cxnLst/>
              <a:rect r="r" b="b" t="t" l="l"/>
              <a:pathLst>
                <a:path h="1007212" w="79195">
                  <a:moveTo>
                    <a:pt x="0" y="0"/>
                  </a:moveTo>
                  <a:lnTo>
                    <a:pt x="79195" y="0"/>
                  </a:lnTo>
                  <a:lnTo>
                    <a:pt x="79195" y="1007212"/>
                  </a:lnTo>
                  <a:lnTo>
                    <a:pt x="0" y="100721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79195" cy="9595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415214" y="5214699"/>
            <a:ext cx="6586786" cy="3093451"/>
            <a:chOff x="0" y="0"/>
            <a:chExt cx="8782381" cy="412460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133350"/>
              <a:ext cx="8782381" cy="13525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true">
                  <a:solidFill>
                    <a:srgbClr val="FFFFFF"/>
                  </a:solidFill>
                  <a:latin typeface="Roboto Condensed Bold"/>
                  <a:ea typeface="Roboto Condensed Bold"/>
                  <a:cs typeface="Roboto Condensed Bold"/>
                  <a:sym typeface="Roboto Condensed Bold"/>
                </a:rPr>
                <a:t>About Me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785685"/>
              <a:ext cx="8782381" cy="23389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Roboto Condensed"/>
                  <a:ea typeface="Roboto Condensed"/>
                  <a:cs typeface="Roboto Condensed"/>
                  <a:sym typeface="Roboto Condensed"/>
                </a:rPr>
                <a:t>Hello, my name is Aaron Loeb. I am 23 years old and have a hobby of photography. I am a photographer with 3 years experience as a food and landscape photography portrait photographer. I started my career in photographer since I was 19 years old.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46638" y="5242360"/>
            <a:ext cx="4369937" cy="106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photography by combining the concept of a building with the technique of taking pictures from the bottom to the top.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147051" y="3097191"/>
            <a:ext cx="6069524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000"/>
              </a:lnSpc>
            </a:pPr>
            <a:r>
              <a:rPr lang="en-US" b="true" sz="6000" spc="-6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Building Photography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813475" y="2892852"/>
            <a:ext cx="6228405" cy="3874349"/>
            <a:chOff x="0" y="0"/>
            <a:chExt cx="8304541" cy="5165798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2"/>
            <a:srcRect l="0" t="3346" r="0" b="3346"/>
            <a:stretch>
              <a:fillRect/>
            </a:stretch>
          </p:blipFill>
          <p:spPr>
            <a:xfrm flipH="false" flipV="false">
              <a:off x="0" y="0"/>
              <a:ext cx="8304541" cy="5165798"/>
            </a:xfrm>
            <a:prstGeom prst="rect">
              <a:avLst/>
            </a:prstGeom>
          </p:spPr>
        </p:pic>
      </p:grpSp>
      <p:sp>
        <p:nvSpPr>
          <p:cNvPr name="AutoShape 6" id="6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459349" y="5634584"/>
            <a:ext cx="5347837" cy="106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photography by combining the concept of a building with the technique of taking pictures from the bottom to the top.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59349" y="3573165"/>
            <a:ext cx="6183824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spc="-60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Building Photography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2250374" y="5087706"/>
            <a:ext cx="3809774" cy="2369851"/>
            <a:chOff x="0" y="0"/>
            <a:chExt cx="5079699" cy="3159801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2"/>
            <a:srcRect l="0" t="3346" r="0" b="3346"/>
            <a:stretch>
              <a:fillRect/>
            </a:stretch>
          </p:blipFill>
          <p:spPr>
            <a:xfrm flipH="false" flipV="false">
              <a:off x="0" y="0"/>
              <a:ext cx="5079699" cy="3159801"/>
            </a:xfrm>
            <a:prstGeom prst="rect">
              <a:avLst/>
            </a:prstGeom>
          </p:spPr>
        </p:pic>
      </p:grpSp>
      <p:grpSp>
        <p:nvGrpSpPr>
          <p:cNvPr name="Group 6" id="6"/>
          <p:cNvGrpSpPr/>
          <p:nvPr/>
        </p:nvGrpSpPr>
        <p:grpSpPr>
          <a:xfrm rot="0">
            <a:off x="2248885" y="2413543"/>
            <a:ext cx="3809774" cy="2369851"/>
            <a:chOff x="0" y="0"/>
            <a:chExt cx="5079699" cy="3159801"/>
          </a:xfrm>
        </p:grpSpPr>
        <p:pic>
          <p:nvPicPr>
            <p:cNvPr name="Picture 7" id="7"/>
            <p:cNvPicPr>
              <a:picLocks noChangeAspect="true"/>
            </p:cNvPicPr>
            <p:nvPr/>
          </p:nvPicPr>
          <p:blipFill>
            <a:blip r:embed="rId3"/>
            <a:srcRect l="3178" t="0" r="3178" b="0"/>
            <a:stretch>
              <a:fillRect/>
            </a:stretch>
          </p:blipFill>
          <p:spPr>
            <a:xfrm flipH="false" flipV="false">
              <a:off x="0" y="0"/>
              <a:ext cx="5079699" cy="3159801"/>
            </a:xfrm>
            <a:prstGeom prst="rect">
              <a:avLst/>
            </a:prstGeom>
          </p:spPr>
        </p:pic>
      </p:grpSp>
      <p:grpSp>
        <p:nvGrpSpPr>
          <p:cNvPr name="Group 8" id="8"/>
          <p:cNvGrpSpPr/>
          <p:nvPr/>
        </p:nvGrpSpPr>
        <p:grpSpPr>
          <a:xfrm rot="0">
            <a:off x="6415748" y="2413543"/>
            <a:ext cx="3535601" cy="5044013"/>
            <a:chOff x="0" y="0"/>
            <a:chExt cx="4714135" cy="6725351"/>
          </a:xfrm>
        </p:grpSpPr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4"/>
            <a:srcRect l="0" t="2445" r="0" b="2445"/>
            <a:stretch>
              <a:fillRect/>
            </a:stretch>
          </p:blipFill>
          <p:spPr>
            <a:xfrm flipH="false" flipV="false">
              <a:off x="0" y="0"/>
              <a:ext cx="4714135" cy="6725351"/>
            </a:xfrm>
            <a:prstGeom prst="rect">
              <a:avLst/>
            </a:prstGeom>
          </p:spPr>
        </p:pic>
      </p:grpSp>
      <p:sp>
        <p:nvSpPr>
          <p:cNvPr name="AutoShape 10" id="10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2078537" y="1726318"/>
            <a:ext cx="7400875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Work Experience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498637" y="5102001"/>
            <a:ext cx="5710826" cy="2064072"/>
            <a:chOff x="0" y="0"/>
            <a:chExt cx="7614434" cy="2752096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1731" y="689056"/>
              <a:ext cx="7612704" cy="4593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u="none">
                  <a:solidFill>
                    <a:srgbClr val="FFFFFF"/>
                  </a:solidFill>
                  <a:latin typeface="Roboto Condensed"/>
                  <a:ea typeface="Roboto Condensed"/>
                  <a:cs typeface="Roboto Condensed"/>
                  <a:sym typeface="Roboto Condensed"/>
                </a:rPr>
                <a:t>Product Potographer (2019 - 2020)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1731" y="2292780"/>
              <a:ext cx="7612704" cy="4593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u="none">
                  <a:solidFill>
                    <a:srgbClr val="FFFFFF"/>
                  </a:solidFill>
                  <a:latin typeface="Roboto Condensed"/>
                  <a:ea typeface="Roboto Condensed"/>
                  <a:cs typeface="Roboto Condensed"/>
                  <a:sym typeface="Roboto Condensed"/>
                </a:rPr>
                <a:t>Pottait Photographer (2020 - 2021)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76200"/>
              <a:ext cx="7614434" cy="685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200"/>
                </a:lnSpc>
                <a:spcBef>
                  <a:spcPct val="0"/>
                </a:spcBef>
              </a:pPr>
              <a:r>
                <a:rPr lang="en-US" b="true" sz="3000" u="none">
                  <a:solidFill>
                    <a:srgbClr val="FFFFFF"/>
                  </a:solidFill>
                  <a:latin typeface="Roboto Condensed Bold"/>
                  <a:ea typeface="Roboto Condensed Bold"/>
                  <a:cs typeface="Roboto Condensed Bold"/>
                  <a:sym typeface="Roboto Condensed Bold"/>
                </a:rPr>
                <a:t>Rimberio Co. Studio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1524430"/>
              <a:ext cx="7614434" cy="685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200"/>
                </a:lnSpc>
                <a:spcBef>
                  <a:spcPct val="0"/>
                </a:spcBef>
              </a:pPr>
              <a:r>
                <a:rPr lang="en-US" b="true" sz="3000" u="none">
                  <a:solidFill>
                    <a:srgbClr val="FFFFFF"/>
                  </a:solidFill>
                  <a:latin typeface="Roboto Condensed Bold"/>
                  <a:ea typeface="Roboto Condensed Bold"/>
                  <a:cs typeface="Roboto Condensed Bold"/>
                  <a:sym typeface="Roboto Condensed Bold"/>
                </a:rPr>
                <a:t>Studio Shodwe New York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433975" y="3611919"/>
            <a:ext cx="3535601" cy="5044013"/>
            <a:chOff x="0" y="0"/>
            <a:chExt cx="4714135" cy="6725351"/>
          </a:xfrm>
        </p:grpSpPr>
        <p:pic>
          <p:nvPicPr>
            <p:cNvPr name="Picture 11" id="11"/>
            <p:cNvPicPr>
              <a:picLocks noChangeAspect="true"/>
            </p:cNvPicPr>
            <p:nvPr/>
          </p:nvPicPr>
          <p:blipFill>
            <a:blip r:embed="rId2"/>
            <a:srcRect l="0" t="2445" r="0" b="2445"/>
            <a:stretch>
              <a:fillRect/>
            </a:stretch>
          </p:blipFill>
          <p:spPr>
            <a:xfrm flipH="false" flipV="false">
              <a:off x="0" y="0"/>
              <a:ext cx="4714135" cy="6725351"/>
            </a:xfrm>
            <a:prstGeom prst="rect">
              <a:avLst/>
            </a:prstGeom>
          </p:spPr>
        </p:pic>
      </p:grpSp>
      <p:grpSp>
        <p:nvGrpSpPr>
          <p:cNvPr name="Group 12" id="12"/>
          <p:cNvGrpSpPr/>
          <p:nvPr/>
        </p:nvGrpSpPr>
        <p:grpSpPr>
          <a:xfrm rot="0">
            <a:off x="2078537" y="4945419"/>
            <a:ext cx="3822038" cy="2377013"/>
            <a:chOff x="0" y="0"/>
            <a:chExt cx="5096050" cy="3169351"/>
          </a:xfrm>
        </p:grpSpPr>
        <p:pic>
          <p:nvPicPr>
            <p:cNvPr name="Picture 13" id="13"/>
            <p:cNvPicPr>
              <a:picLocks noChangeAspect="true"/>
            </p:cNvPicPr>
            <p:nvPr/>
          </p:nvPicPr>
          <p:blipFill>
            <a:blip r:embed="rId3"/>
            <a:srcRect l="992" t="0" r="992" b="0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333476" y="3451161"/>
            <a:ext cx="3822038" cy="2377013"/>
            <a:chOff x="0" y="0"/>
            <a:chExt cx="5096050" cy="3169351"/>
          </a:xfrm>
        </p:grpSpPr>
        <p:pic>
          <p:nvPicPr>
            <p:cNvPr name="Picture 5" id="5"/>
            <p:cNvPicPr>
              <a:picLocks noChangeAspect="true"/>
            </p:cNvPicPr>
            <p:nvPr/>
          </p:nvPicPr>
          <p:blipFill>
            <a:blip r:embed="rId2"/>
            <a:srcRect l="0" t="3326" r="0" b="3326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grpSp>
        <p:nvGrpSpPr>
          <p:cNvPr name="Group 6" id="6"/>
          <p:cNvGrpSpPr/>
          <p:nvPr/>
        </p:nvGrpSpPr>
        <p:grpSpPr>
          <a:xfrm rot="0">
            <a:off x="4512936" y="6172003"/>
            <a:ext cx="3822038" cy="2377013"/>
            <a:chOff x="0" y="0"/>
            <a:chExt cx="5096050" cy="3169351"/>
          </a:xfrm>
        </p:grpSpPr>
        <p:pic>
          <p:nvPicPr>
            <p:cNvPr name="Picture 7" id="7"/>
            <p:cNvPicPr>
              <a:picLocks noChangeAspect="true"/>
            </p:cNvPicPr>
            <p:nvPr/>
          </p:nvPicPr>
          <p:blipFill>
            <a:blip r:embed="rId3"/>
            <a:srcRect l="0" t="3355" r="0" b="3355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grpSp>
        <p:nvGrpSpPr>
          <p:cNvPr name="Group 8" id="8"/>
          <p:cNvGrpSpPr/>
          <p:nvPr/>
        </p:nvGrpSpPr>
        <p:grpSpPr>
          <a:xfrm rot="0">
            <a:off x="6518038" y="3451161"/>
            <a:ext cx="3822038" cy="2377013"/>
            <a:chOff x="0" y="0"/>
            <a:chExt cx="5096050" cy="3169351"/>
          </a:xfrm>
        </p:grpSpPr>
        <p:pic>
          <p:nvPicPr>
            <p:cNvPr name="Picture 9" id="9"/>
            <p:cNvPicPr>
              <a:picLocks noChangeAspect="true"/>
            </p:cNvPicPr>
            <p:nvPr/>
          </p:nvPicPr>
          <p:blipFill>
            <a:blip r:embed="rId4"/>
            <a:srcRect l="0" t="6653" r="0" b="0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grpSp>
        <p:nvGrpSpPr>
          <p:cNvPr name="Group 10" id="10"/>
          <p:cNvGrpSpPr/>
          <p:nvPr/>
        </p:nvGrpSpPr>
        <p:grpSpPr>
          <a:xfrm rot="0">
            <a:off x="8697498" y="6172003"/>
            <a:ext cx="3822038" cy="2377013"/>
            <a:chOff x="0" y="0"/>
            <a:chExt cx="5096050" cy="3169351"/>
          </a:xfrm>
        </p:grpSpPr>
        <p:pic>
          <p:nvPicPr>
            <p:cNvPr name="Picture 11" id="11"/>
            <p:cNvPicPr>
              <a:picLocks noChangeAspect="true"/>
            </p:cNvPicPr>
            <p:nvPr/>
          </p:nvPicPr>
          <p:blipFill>
            <a:blip r:embed="rId5"/>
            <a:srcRect l="0" t="3326" r="0" b="3326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grpSp>
        <p:nvGrpSpPr>
          <p:cNvPr name="Group 12" id="12"/>
          <p:cNvGrpSpPr/>
          <p:nvPr/>
        </p:nvGrpSpPr>
        <p:grpSpPr>
          <a:xfrm rot="0">
            <a:off x="10702601" y="3451161"/>
            <a:ext cx="3822038" cy="2377013"/>
            <a:chOff x="0" y="0"/>
            <a:chExt cx="5096050" cy="3169351"/>
          </a:xfrm>
        </p:grpSpPr>
        <p:pic>
          <p:nvPicPr>
            <p:cNvPr name="Picture 13" id="13"/>
            <p:cNvPicPr>
              <a:picLocks noChangeAspect="true"/>
            </p:cNvPicPr>
            <p:nvPr/>
          </p:nvPicPr>
          <p:blipFill>
            <a:blip r:embed="rId6"/>
            <a:srcRect l="0" t="3355" r="0" b="3355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grpSp>
        <p:nvGrpSpPr>
          <p:cNvPr name="Group 14" id="14"/>
          <p:cNvGrpSpPr/>
          <p:nvPr/>
        </p:nvGrpSpPr>
        <p:grpSpPr>
          <a:xfrm rot="0">
            <a:off x="12882060" y="6172003"/>
            <a:ext cx="3822038" cy="2377013"/>
            <a:chOff x="0" y="0"/>
            <a:chExt cx="5096050" cy="3169351"/>
          </a:xfrm>
        </p:grpSpPr>
        <p:pic>
          <p:nvPicPr>
            <p:cNvPr name="Picture 15" id="15"/>
            <p:cNvPicPr>
              <a:picLocks noChangeAspect="true"/>
            </p:cNvPicPr>
            <p:nvPr/>
          </p:nvPicPr>
          <p:blipFill>
            <a:blip r:embed="rId7"/>
            <a:srcRect l="0" t="3062" r="0" b="3062"/>
            <a:stretch>
              <a:fillRect/>
            </a:stretch>
          </p:blipFill>
          <p:spPr>
            <a:xfrm flipH="false" flipV="false">
              <a:off x="0" y="0"/>
              <a:ext cx="5096050" cy="3169351"/>
            </a:xfrm>
            <a:prstGeom prst="rect">
              <a:avLst/>
            </a:prstGeom>
          </p:spPr>
        </p:pic>
      </p:grpSp>
      <p:sp>
        <p:nvSpPr>
          <p:cNvPr name="TextBox 16" id="16"/>
          <p:cNvSpPr txBox="true"/>
          <p:nvPr/>
        </p:nvSpPr>
        <p:spPr>
          <a:xfrm rot="0">
            <a:off x="2059487" y="1879536"/>
            <a:ext cx="7400875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spc="-60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Portfolio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05096" y="2135499"/>
            <a:ext cx="6260024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spc="-60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Street Photography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4205096" y="5701842"/>
            <a:ext cx="5632079" cy="2544910"/>
            <a:chOff x="0" y="0"/>
            <a:chExt cx="7509439" cy="3393213"/>
          </a:xfrm>
        </p:grpSpPr>
        <p:pic>
          <p:nvPicPr>
            <p:cNvPr name="Picture 4" id="4"/>
            <p:cNvPicPr>
              <a:picLocks noChangeAspect="true"/>
            </p:cNvPicPr>
            <p:nvPr/>
          </p:nvPicPr>
          <p:blipFill>
            <a:blip r:embed="rId2"/>
            <a:srcRect l="0" t="16152" r="0" b="16152"/>
            <a:stretch>
              <a:fillRect/>
            </a:stretch>
          </p:blipFill>
          <p:spPr>
            <a:xfrm flipH="false" flipV="false">
              <a:off x="0" y="0"/>
              <a:ext cx="7509439" cy="3393213"/>
            </a:xfrm>
            <a:prstGeom prst="rect">
              <a:avLst/>
            </a:prstGeom>
          </p:spPr>
        </p:pic>
      </p:grpSp>
      <p:grpSp>
        <p:nvGrpSpPr>
          <p:cNvPr name="Group 5" id="5"/>
          <p:cNvGrpSpPr/>
          <p:nvPr/>
        </p:nvGrpSpPr>
        <p:grpSpPr>
          <a:xfrm rot="0">
            <a:off x="10190725" y="2040249"/>
            <a:ext cx="3892179" cy="6206502"/>
            <a:chOff x="0" y="0"/>
            <a:chExt cx="5189572" cy="8275336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3"/>
            <a:srcRect l="8192" t="0" r="8192" b="0"/>
            <a:stretch>
              <a:fillRect/>
            </a:stretch>
          </p:blipFill>
          <p:spPr>
            <a:xfrm flipH="false" flipV="false">
              <a:off x="0" y="0"/>
              <a:ext cx="5189572" cy="8275336"/>
            </a:xfrm>
            <a:prstGeom prst="rect">
              <a:avLst/>
            </a:prstGeom>
          </p:spPr>
        </p:pic>
      </p:grpSp>
      <p:sp>
        <p:nvSpPr>
          <p:cNvPr name="AutoShape 7" id="7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4253683" y="4196918"/>
            <a:ext cx="5182737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photography by combining the concept of a street with the technique of taking pictures from the top.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40998" y="2493095"/>
            <a:ext cx="3727079" cy="5300810"/>
            <a:chOff x="0" y="0"/>
            <a:chExt cx="4969439" cy="7067746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2331" t="0" r="2331" b="0"/>
            <a:stretch>
              <a:fillRect/>
            </a:stretch>
          </p:blipFill>
          <p:spPr>
            <a:xfrm flipH="false" flipV="false">
              <a:off x="0" y="0"/>
              <a:ext cx="4969439" cy="7067746"/>
            </a:xfrm>
            <a:prstGeom prst="rect">
              <a:avLst/>
            </a:prstGeom>
          </p:spPr>
        </p:pic>
      </p:grpSp>
      <p:sp>
        <p:nvSpPr>
          <p:cNvPr name="TextBox 4" id="4"/>
          <p:cNvSpPr txBox="true"/>
          <p:nvPr/>
        </p:nvSpPr>
        <p:spPr>
          <a:xfrm rot="0">
            <a:off x="4319922" y="3628714"/>
            <a:ext cx="5249942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000"/>
              </a:lnSpc>
            </a:pPr>
            <a:r>
              <a:rPr lang="en-US" b="true" sz="6000" spc="-6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Street Photography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368509" y="5690134"/>
            <a:ext cx="5201355" cy="71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photography by combining the concept of a street with the technique of taking pictures from the top.</a:t>
            </a:r>
          </a:p>
        </p:txBody>
      </p:sp>
      <p:sp>
        <p:nvSpPr>
          <p:cNvPr name="AutoShape 6" id="6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117430" y="3676650"/>
            <a:ext cx="355600" cy="2933700"/>
            <a:chOff x="0" y="0"/>
            <a:chExt cx="93656" cy="7726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3656" cy="772662"/>
            </a:xfrm>
            <a:custGeom>
              <a:avLst/>
              <a:gdLst/>
              <a:ahLst/>
              <a:cxnLst/>
              <a:rect r="r" b="b" t="t" l="l"/>
              <a:pathLst>
                <a:path h="772662" w="93656">
                  <a:moveTo>
                    <a:pt x="0" y="0"/>
                  </a:moveTo>
                  <a:lnTo>
                    <a:pt x="93656" y="0"/>
                  </a:lnTo>
                  <a:lnTo>
                    <a:pt x="93656" y="772662"/>
                  </a:lnTo>
                  <a:lnTo>
                    <a:pt x="0" y="77266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93656" cy="8202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360320" y="4185753"/>
            <a:ext cx="6937959" cy="72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60"/>
              </a:lnSpc>
            </a:pPr>
            <a:r>
              <a:rPr lang="en-US" sz="6000" spc="-60" b="true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Contact Person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360407" y="5218821"/>
            <a:ext cx="3953373" cy="106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Clicking on the “Send us an email” button takes you right to the contact form.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25693" y="4092495"/>
            <a:ext cx="3483029" cy="533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00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SEND</a:t>
            </a:r>
            <a:r>
              <a:rPr lang="en-US" b="true" sz="300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 US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825693" y="4959232"/>
            <a:ext cx="4388825" cy="500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+123-456-7890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825693" y="5617999"/>
            <a:ext cx="5101987" cy="500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hello@reallygreatsite.com</a:t>
            </a:r>
          </a:p>
        </p:txBody>
      </p:sp>
      <p:sp>
        <p:nvSpPr>
          <p:cNvPr name="AutoShape 10" id="10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36954" y="3818418"/>
            <a:ext cx="10614092" cy="155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599"/>
              </a:lnSpc>
              <a:spcBef>
                <a:spcPct val="0"/>
              </a:spcBef>
            </a:pPr>
            <a:r>
              <a:rPr lang="en-US" b="true" sz="9000" spc="900">
                <a:solidFill>
                  <a:srgbClr val="FFFFFF"/>
                </a:solidFill>
                <a:latin typeface="Roboto Condensed Bold"/>
                <a:ea typeface="Roboto Condensed Bold"/>
                <a:cs typeface="Roboto Condensed Bold"/>
                <a:sym typeface="Roboto Condensed Bold"/>
              </a:rPr>
              <a:t>THANK YOU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4675953" y="5928907"/>
            <a:ext cx="8936094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THAT'S MY PORTFOLIO SO FAR.</a:t>
            </a:r>
          </a:p>
        </p:txBody>
      </p:sp>
      <p:sp>
        <p:nvSpPr>
          <p:cNvPr name="AutoShape 4" id="4"/>
          <p:cNvSpPr/>
          <p:nvPr/>
        </p:nvSpPr>
        <p:spPr>
          <a:xfrm rot="0">
            <a:off x="0" y="9906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5" id="5"/>
          <p:cNvSpPr/>
          <p:nvPr/>
        </p:nvSpPr>
        <p:spPr>
          <a:xfrm rot="0">
            <a:off x="11795760" y="9220200"/>
            <a:ext cx="6492240" cy="0"/>
          </a:xfrm>
          <a:prstGeom prst="line">
            <a:avLst/>
          </a:prstGeom>
          <a:ln cap="rnd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DAG54VpzFhI</dc:identifier>
  <dcterms:modified xsi:type="dcterms:W3CDTF">2011-08-01T06:04:30Z</dcterms:modified>
  <cp:revision>1</cp:revision>
  <dc:title>Black and White Photographer Portfolio Presentation</dc:title>
</cp:coreProperties>
</file>