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M Serif Display" charset="1" panose="00000000000000000000"/>
      <p:regular r:id="rId18"/>
    </p:embeddedFont>
    <p:embeddedFont>
      <p:font typeface="Open Sauce" charset="1" panose="00000500000000000000"/>
      <p:regular r:id="rId19"/>
    </p:embeddedFont>
    <p:embeddedFont>
      <p:font typeface="Open Sauce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0.jpeg"/><Relationship Id="rId4" Type="http://schemas.openxmlformats.org/officeDocument/2006/relationships/image" Target="../media/image11.jpeg"/><Relationship Id="rId5" Type="http://schemas.openxmlformats.org/officeDocument/2006/relationships/image" Target="../media/image1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7671329" y="8480425"/>
            <a:ext cx="29453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7418762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166399" y="1233825"/>
            <a:ext cx="3822789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" id="4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AutoShape 5" id="5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7613003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7613003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11167282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11167282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14721560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14721560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7613003" y="5571356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7613003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4" id="14"/>
          <p:cNvSpPr txBox="true"/>
          <p:nvPr/>
        </p:nvSpPr>
        <p:spPr>
          <a:xfrm rot="0">
            <a:off x="11167282" y="557135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11167282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6" id="16"/>
          <p:cNvSpPr txBox="true"/>
          <p:nvPr/>
        </p:nvSpPr>
        <p:spPr>
          <a:xfrm rot="0">
            <a:off x="14721560" y="5571356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7" id="17"/>
          <p:cNvSpPr txBox="true"/>
          <p:nvPr/>
        </p:nvSpPr>
        <p:spPr>
          <a:xfrm rot="0">
            <a:off x="14721560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8" id="18"/>
          <p:cNvSpPr txBox="true"/>
          <p:nvPr/>
        </p:nvSpPr>
        <p:spPr>
          <a:xfrm rot="0">
            <a:off x="7613003" y="8235315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9" id="19"/>
          <p:cNvSpPr txBox="true"/>
          <p:nvPr/>
        </p:nvSpPr>
        <p:spPr>
          <a:xfrm rot="0">
            <a:off x="7613003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0" id="20"/>
          <p:cNvSpPr txBox="true"/>
          <p:nvPr/>
        </p:nvSpPr>
        <p:spPr>
          <a:xfrm rot="0">
            <a:off x="11167282" y="8235315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1" id="21"/>
          <p:cNvSpPr txBox="true"/>
          <p:nvPr/>
        </p:nvSpPr>
        <p:spPr>
          <a:xfrm rot="0">
            <a:off x="11167282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2" id="22"/>
          <p:cNvSpPr txBox="true"/>
          <p:nvPr/>
        </p:nvSpPr>
        <p:spPr>
          <a:xfrm rot="0">
            <a:off x="14721560" y="8235315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3" id="23"/>
          <p:cNvSpPr txBox="true"/>
          <p:nvPr/>
        </p:nvSpPr>
        <p:spPr>
          <a:xfrm rot="0">
            <a:off x="14721560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8174577" y="2533024"/>
            <a:ext cx="8307875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4" id="4"/>
          <p:cNvGrpSpPr/>
          <p:nvPr/>
        </p:nvGrpSpPr>
        <p:grpSpPr>
          <a:xfrm rot="0">
            <a:off x="6783262" y="2674320"/>
            <a:ext cx="909958" cy="90995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810680" y="2772429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8174577" y="4537700"/>
            <a:ext cx="8307875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9" id="9"/>
          <p:cNvGrpSpPr/>
          <p:nvPr/>
        </p:nvGrpSpPr>
        <p:grpSpPr>
          <a:xfrm rot="0">
            <a:off x="6783262" y="4678996"/>
            <a:ext cx="909958" cy="9099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820205" y="4777105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8174577" y="6543666"/>
            <a:ext cx="8307875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4" id="14"/>
          <p:cNvGrpSpPr/>
          <p:nvPr/>
        </p:nvGrpSpPr>
        <p:grpSpPr>
          <a:xfrm rot="0">
            <a:off x="6783262" y="6684962"/>
            <a:ext cx="909958" cy="9099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810680" y="6783072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8" id="18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9" id="19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0" id="20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AutoShape 21" id="21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166399" y="3491019"/>
            <a:ext cx="5026555" cy="5026555"/>
            <a:chOff x="0" y="0"/>
            <a:chExt cx="4489857" cy="448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6630723" y="3491019"/>
            <a:ext cx="5026555" cy="5026555"/>
            <a:chOff x="0" y="0"/>
            <a:chExt cx="4489857" cy="44898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95047" y="3491019"/>
            <a:ext cx="5026555" cy="5026555"/>
            <a:chOff x="0" y="0"/>
            <a:chExt cx="4489857" cy="44898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567267" y="4318533"/>
            <a:ext cx="1153465" cy="1215337"/>
          </a:xfrm>
          <a:custGeom>
            <a:avLst/>
            <a:gdLst/>
            <a:ahLst/>
            <a:cxnLst/>
            <a:rect r="r" b="b" t="t" l="l"/>
            <a:pathLst>
              <a:path h="1215337" w="1153465">
                <a:moveTo>
                  <a:pt x="0" y="0"/>
                </a:moveTo>
                <a:lnTo>
                  <a:pt x="1153466" y="0"/>
                </a:lnTo>
                <a:lnTo>
                  <a:pt x="1153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13926777" y="4318533"/>
            <a:ext cx="1363095" cy="1215337"/>
          </a:xfrm>
          <a:custGeom>
            <a:avLst/>
            <a:gdLst/>
            <a:ahLst/>
            <a:cxnLst/>
            <a:rect r="r" b="b" t="t" l="l"/>
            <a:pathLst>
              <a:path h="1215337" w="1363095">
                <a:moveTo>
                  <a:pt x="0" y="0"/>
                </a:moveTo>
                <a:lnTo>
                  <a:pt x="1363095" y="0"/>
                </a:lnTo>
                <a:lnTo>
                  <a:pt x="1363095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6" id="16"/>
          <p:cNvSpPr txBox="true"/>
          <p:nvPr/>
        </p:nvSpPr>
        <p:spPr>
          <a:xfrm rot="0">
            <a:off x="1541259" y="6004245"/>
            <a:ext cx="4276833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7" id="17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8" id="18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9" id="19"/>
          <p:cNvSpPr txBox="true"/>
          <p:nvPr/>
        </p:nvSpPr>
        <p:spPr>
          <a:xfrm rot="0">
            <a:off x="7005583" y="6004245"/>
            <a:ext cx="4276833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0" id="20"/>
          <p:cNvSpPr txBox="true"/>
          <p:nvPr/>
        </p:nvSpPr>
        <p:spPr>
          <a:xfrm rot="0">
            <a:off x="12469907" y="6004245"/>
            <a:ext cx="4276833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2949943" y="4318533"/>
            <a:ext cx="1459466" cy="1215337"/>
          </a:xfrm>
          <a:custGeom>
            <a:avLst/>
            <a:gdLst/>
            <a:ahLst/>
            <a:cxnLst/>
            <a:rect r="r" b="b" t="t" l="l"/>
            <a:pathLst>
              <a:path h="1215337" w="1459466">
                <a:moveTo>
                  <a:pt x="0" y="0"/>
                </a:moveTo>
                <a:lnTo>
                  <a:pt x="1459466" y="0"/>
                </a:lnTo>
                <a:lnTo>
                  <a:pt x="1459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3416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880649" y="4537700"/>
            <a:ext cx="6860034" cy="334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4952833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7" id="7"/>
          <p:cNvGrpSpPr/>
          <p:nvPr/>
        </p:nvGrpSpPr>
        <p:grpSpPr>
          <a:xfrm rot="0">
            <a:off x="6119231" y="1477572"/>
            <a:ext cx="3345981" cy="334598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385456" y="2264420"/>
            <a:ext cx="2813532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1" id="11"/>
          <p:cNvGrpSpPr/>
          <p:nvPr/>
        </p:nvGrpSpPr>
        <p:grpSpPr>
          <a:xfrm rot="0">
            <a:off x="6119231" y="5463447"/>
            <a:ext cx="3345981" cy="33459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598533" y="6605630"/>
            <a:ext cx="2387379" cy="110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5" id="15"/>
          <p:cNvGrpSpPr/>
          <p:nvPr/>
        </p:nvGrpSpPr>
        <p:grpSpPr>
          <a:xfrm rot="0">
            <a:off x="9941463" y="1477572"/>
            <a:ext cx="3345981" cy="334598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07687" y="2264420"/>
            <a:ext cx="2813532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9" id="19"/>
          <p:cNvGrpSpPr/>
          <p:nvPr/>
        </p:nvGrpSpPr>
        <p:grpSpPr>
          <a:xfrm rot="0">
            <a:off x="9941463" y="5463447"/>
            <a:ext cx="3345981" cy="334598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420764" y="6322750"/>
            <a:ext cx="2387379" cy="166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23" id="23"/>
          <p:cNvGrpSpPr/>
          <p:nvPr/>
        </p:nvGrpSpPr>
        <p:grpSpPr>
          <a:xfrm rot="0">
            <a:off x="13763694" y="1477572"/>
            <a:ext cx="3345981" cy="334598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029918" y="2545407"/>
            <a:ext cx="2813532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27" id="27"/>
          <p:cNvGrpSpPr/>
          <p:nvPr/>
        </p:nvGrpSpPr>
        <p:grpSpPr>
          <a:xfrm rot="0">
            <a:off x="13763694" y="5463447"/>
            <a:ext cx="3345981" cy="334598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242995" y="6888510"/>
            <a:ext cx="2387379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744502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1175924" y="2411433"/>
            <a:ext cx="11538461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1175924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1166399" y="4852373"/>
            <a:ext cx="4843133" cy="359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6731959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6722434" y="4852373"/>
            <a:ext cx="4843133" cy="250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12287994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12278469" y="4852373"/>
            <a:ext cx="4843133" cy="323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470711" y="2869863"/>
          <a:ext cx="11650890" cy="5359654"/>
        </p:xfrm>
        <a:graphic>
          <a:graphicData uri="http://schemas.openxmlformats.org/drawingml/2006/table">
            <a:tbl>
              <a:tblPr/>
              <a:tblGrid>
                <a:gridCol w="3883630"/>
                <a:gridCol w="3883630"/>
                <a:gridCol w="3883630"/>
              </a:tblGrid>
              <a:tr h="1071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Studio Shodwe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Big Agencies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071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Strategic Partnership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Affordable Flex Packages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Creative + Analytics Mix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Direct Client Access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1166399" y="2939259"/>
            <a:ext cx="3588175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4790438" y="2866051"/>
            <a:ext cx="3366924" cy="3484527"/>
          </a:xfrm>
          <a:custGeom>
            <a:avLst/>
            <a:gdLst/>
            <a:ahLst/>
            <a:cxnLst/>
            <a:rect r="r" b="b" t="t" l="l"/>
            <a:pathLst>
              <a:path h="3484527" w="3366924">
                <a:moveTo>
                  <a:pt x="0" y="0"/>
                </a:moveTo>
                <a:lnTo>
                  <a:pt x="3366924" y="0"/>
                </a:lnTo>
                <a:lnTo>
                  <a:pt x="3366924" y="3484527"/>
                </a:lnTo>
                <a:lnTo>
                  <a:pt x="0" y="3484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4790438" y="7338209"/>
            <a:ext cx="3588175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4790438" y="6779203"/>
            <a:ext cx="358817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9159663" y="2866051"/>
            <a:ext cx="3366924" cy="3484527"/>
          </a:xfrm>
          <a:custGeom>
            <a:avLst/>
            <a:gdLst/>
            <a:ahLst/>
            <a:cxnLst/>
            <a:rect r="r" b="b" t="t" l="l"/>
            <a:pathLst>
              <a:path h="3484527" w="3366924">
                <a:moveTo>
                  <a:pt x="0" y="0"/>
                </a:moveTo>
                <a:lnTo>
                  <a:pt x="3366924" y="0"/>
                </a:lnTo>
                <a:lnTo>
                  <a:pt x="3366924" y="3484527"/>
                </a:lnTo>
                <a:lnTo>
                  <a:pt x="0" y="3484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514" r="0" b="-22514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9159663" y="7338209"/>
            <a:ext cx="3588175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9159663" y="6779203"/>
            <a:ext cx="358817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13533427" y="2866051"/>
            <a:ext cx="3366924" cy="3484527"/>
          </a:xfrm>
          <a:custGeom>
            <a:avLst/>
            <a:gdLst/>
            <a:ahLst/>
            <a:cxnLst/>
            <a:rect r="r" b="b" t="t" l="l"/>
            <a:pathLst>
              <a:path h="3484527" w="3366924">
                <a:moveTo>
                  <a:pt x="0" y="0"/>
                </a:moveTo>
                <a:lnTo>
                  <a:pt x="3366924" y="0"/>
                </a:lnTo>
                <a:lnTo>
                  <a:pt x="3366924" y="3484527"/>
                </a:lnTo>
                <a:lnTo>
                  <a:pt x="0" y="34845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343" r="0" b="-39684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3533427" y="7338209"/>
            <a:ext cx="3588175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13533427" y="6779203"/>
            <a:ext cx="358817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2118899" y="2928479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2118899" y="3679049"/>
            <a:ext cx="3237203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AutoShape 9" id="9"/>
          <p:cNvSpPr/>
          <p:nvPr/>
        </p:nvSpPr>
        <p:spPr>
          <a:xfrm>
            <a:off x="1175924" y="5715000"/>
            <a:ext cx="159361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0" id="10"/>
          <p:cNvSpPr/>
          <p:nvPr/>
        </p:nvSpPr>
        <p:spPr>
          <a:xfrm>
            <a:off x="1747424" y="3785659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5720345" y="7019925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5720345" y="7770495"/>
            <a:ext cx="3237203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AutoShape 13" id="13"/>
          <p:cNvSpPr/>
          <p:nvPr/>
        </p:nvSpPr>
        <p:spPr>
          <a:xfrm>
            <a:off x="5348870" y="5684662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0079204" y="2928479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10079204" y="3679049"/>
            <a:ext cx="3237203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AutoShape 16" id="16"/>
          <p:cNvSpPr/>
          <p:nvPr/>
        </p:nvSpPr>
        <p:spPr>
          <a:xfrm>
            <a:off x="9707729" y="3785659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  <p:txBody>
          <a:bodyPr/>
          <a:p/>
        </p:txBody>
      </p:sp>
      <p:sp>
        <p:nvSpPr>
          <p:cNvPr name="TextBox 17" id="17"/>
          <p:cNvSpPr txBox="true"/>
          <p:nvPr/>
        </p:nvSpPr>
        <p:spPr>
          <a:xfrm rot="0">
            <a:off x="13680650" y="7019925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8" id="18"/>
          <p:cNvSpPr txBox="true"/>
          <p:nvPr/>
        </p:nvSpPr>
        <p:spPr>
          <a:xfrm rot="0">
            <a:off x="13680650" y="7770495"/>
            <a:ext cx="3237203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AutoShape 19" id="19"/>
          <p:cNvSpPr/>
          <p:nvPr/>
        </p:nvSpPr>
        <p:spPr>
          <a:xfrm>
            <a:off x="13309175" y="5684662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1175924" y="2411433"/>
            <a:ext cx="9447306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1180686" y="4213563"/>
            <a:ext cx="305794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5589721" y="4213563"/>
            <a:ext cx="647415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1180686" y="5180965"/>
            <a:ext cx="305794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5589721" y="5180965"/>
            <a:ext cx="647415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1180686" y="6148367"/>
            <a:ext cx="305794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5589721" y="6148367"/>
            <a:ext cx="647415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4" id="14"/>
          <p:cNvSpPr txBox="true"/>
          <p:nvPr/>
        </p:nvSpPr>
        <p:spPr>
          <a:xfrm rot="0">
            <a:off x="1180686" y="7115770"/>
            <a:ext cx="305794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5589721" y="7115770"/>
            <a:ext cx="647415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7671329" y="8480425"/>
            <a:ext cx="29453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7418762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DAG54cjf2ts</dc:identifier>
  <dcterms:modified xsi:type="dcterms:W3CDTF">2011-08-01T06:04:30Z</dcterms:modified>
  <cp:revision>1</cp:revision>
  <dc:title>Black and White Simple Minimalist Pitch Deck Marketing Presentation</dc:title>
</cp:coreProperties>
</file>