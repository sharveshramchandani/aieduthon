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lata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653399"/>
            <a:ext cx="4296535" cy="7747851"/>
          </a:xfrm>
          <a:custGeom>
            <a:avLst/>
            <a:gdLst/>
            <a:ahLst/>
            <a:cxnLst/>
            <a:rect r="r" b="b" t="t" l="l"/>
            <a:pathLst>
              <a:path h="7747851" w="4296535">
                <a:moveTo>
                  <a:pt x="0" y="0"/>
                </a:moveTo>
                <a:lnTo>
                  <a:pt x="4296535" y="0"/>
                </a:lnTo>
                <a:lnTo>
                  <a:pt x="4296535" y="7747851"/>
                </a:lnTo>
                <a:lnTo>
                  <a:pt x="0" y="7747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473525" y="8576389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5" y="0"/>
                </a:lnTo>
                <a:lnTo>
                  <a:pt x="4785775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0">
            <a:off x="1219865" y="1028700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1834138" y="32872"/>
            <a:ext cx="6453862" cy="6494453"/>
          </a:xfrm>
          <a:custGeom>
            <a:avLst/>
            <a:gdLst/>
            <a:ahLst/>
            <a:cxnLst/>
            <a:rect r="r" b="b" t="t" l="l"/>
            <a:pathLst>
              <a:path h="6494453" w="6453862">
                <a:moveTo>
                  <a:pt x="0" y="0"/>
                </a:moveTo>
                <a:lnTo>
                  <a:pt x="6453862" y="0"/>
                </a:lnTo>
                <a:lnTo>
                  <a:pt x="6453862" y="6494453"/>
                </a:lnTo>
                <a:lnTo>
                  <a:pt x="0" y="6494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4296535" y="3317414"/>
            <a:ext cx="12751348" cy="170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5093368" y="5219700"/>
            <a:ext cx="8101265" cy="66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481076" y="2591988"/>
            <a:ext cx="11763732" cy="588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481076" y="2591988"/>
            <a:ext cx="11763732" cy="629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2907238" y="2725032"/>
            <a:ext cx="5662924" cy="588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9581884" y="2725032"/>
            <a:ext cx="5662924" cy="588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2907238" y="2725032"/>
            <a:ext cx="13122726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2961033" y="5252643"/>
            <a:ext cx="13122726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2337570" y="3546087"/>
            <a:ext cx="3390595" cy="4114800"/>
          </a:xfrm>
          <a:custGeom>
            <a:avLst/>
            <a:gdLst/>
            <a:ahLst/>
            <a:cxnLst/>
            <a:rect r="r" b="b" t="t" l="l"/>
            <a:pathLst>
              <a:path h="4114800" w="3390595">
                <a:moveTo>
                  <a:pt x="0" y="0"/>
                </a:moveTo>
                <a:lnTo>
                  <a:pt x="3390596" y="0"/>
                </a:lnTo>
                <a:lnTo>
                  <a:pt x="33905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2907238" y="3405351"/>
            <a:ext cx="8701383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2907238" y="6031102"/>
            <a:ext cx="8701383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2312616" y="3368177"/>
            <a:ext cx="4486692" cy="3540408"/>
          </a:xfrm>
          <a:custGeom>
            <a:avLst/>
            <a:gdLst/>
            <a:ahLst/>
            <a:cxnLst/>
            <a:rect r="r" b="b" t="t" l="l"/>
            <a:pathLst>
              <a:path h="3540408" w="4486692">
                <a:moveTo>
                  <a:pt x="0" y="0"/>
                </a:moveTo>
                <a:lnTo>
                  <a:pt x="4486692" y="0"/>
                </a:lnTo>
                <a:lnTo>
                  <a:pt x="4486692" y="3540408"/>
                </a:lnTo>
                <a:lnTo>
                  <a:pt x="0" y="3540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7393930" y="2756672"/>
            <a:ext cx="8701383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7393930" y="4531995"/>
            <a:ext cx="8701383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7393930" y="6307318"/>
            <a:ext cx="8701383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2490858" y="3081012"/>
            <a:ext cx="6214782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9230179" y="3081012"/>
            <a:ext cx="6214782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2490858" y="5665955"/>
            <a:ext cx="6214782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9230179" y="5665955"/>
            <a:ext cx="6214782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2387793" y="2628889"/>
            <a:ext cx="13512414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2387793" y="4034001"/>
            <a:ext cx="13512414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2387793" y="5439112"/>
            <a:ext cx="13512414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2387793" y="6844224"/>
            <a:ext cx="13512414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481076" y="3240667"/>
            <a:ext cx="11763732" cy="462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653399"/>
            <a:ext cx="4296535" cy="7747851"/>
          </a:xfrm>
          <a:custGeom>
            <a:avLst/>
            <a:gdLst/>
            <a:ahLst/>
            <a:cxnLst/>
            <a:rect r="r" b="b" t="t" l="l"/>
            <a:pathLst>
              <a:path h="7747851" w="4296535">
                <a:moveTo>
                  <a:pt x="0" y="0"/>
                </a:moveTo>
                <a:lnTo>
                  <a:pt x="4296535" y="0"/>
                </a:lnTo>
                <a:lnTo>
                  <a:pt x="4296535" y="7747851"/>
                </a:lnTo>
                <a:lnTo>
                  <a:pt x="0" y="7747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2473525" y="8576389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5" y="0"/>
                </a:lnTo>
                <a:lnTo>
                  <a:pt x="4785775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0">
            <a:off x="1219865" y="1028700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1834138" y="32872"/>
            <a:ext cx="6453862" cy="6494453"/>
          </a:xfrm>
          <a:custGeom>
            <a:avLst/>
            <a:gdLst/>
            <a:ahLst/>
            <a:cxnLst/>
            <a:rect r="r" b="b" t="t" l="l"/>
            <a:pathLst>
              <a:path h="6494453" w="6453862">
                <a:moveTo>
                  <a:pt x="0" y="0"/>
                </a:moveTo>
                <a:lnTo>
                  <a:pt x="6453862" y="0"/>
                </a:lnTo>
                <a:lnTo>
                  <a:pt x="6453862" y="6494453"/>
                </a:lnTo>
                <a:lnTo>
                  <a:pt x="0" y="6494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612753" y="4376318"/>
            <a:ext cx="12751348" cy="170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DAG54YlioDo</dc:identifier>
  <dcterms:modified xsi:type="dcterms:W3CDTF">2011-08-01T06:04:30Z</dcterms:modified>
  <cp:revision>1</cp:revision>
  <dc:title>Grey Blue Minimalist Modern Presentation </dc:title>
</cp:coreProperties>
</file>