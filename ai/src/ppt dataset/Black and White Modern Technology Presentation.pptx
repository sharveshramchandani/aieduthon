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nter" panose="020B0604020202020204" charset="0"/>
      <p:regular r:id="rId12"/>
    </p:embeddedFont>
    <p:embeddedFont>
      <p:font typeface="Inter Medium" panose="020B0604020202020204" charset="0"/>
      <p:regular r:id="rId13"/>
    </p:embeddedFont>
    <p:embeddedFont>
      <p:font typeface="Red Hat Display 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260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028099" y="1539161"/>
            <a:ext cx="7719139" cy="771913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596960" y="1539161"/>
            <a:ext cx="7719139" cy="771913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736630" y="6009010"/>
            <a:ext cx="2469284" cy="4409435"/>
          </a:xfrm>
          <a:custGeom>
            <a:avLst/>
            <a:gdLst/>
            <a:ahLst/>
            <a:cxnLst/>
            <a:rect l="l" t="t" r="r" b="b"/>
            <a:pathLst>
              <a:path w="2469284" h="4409435">
                <a:moveTo>
                  <a:pt x="0" y="0"/>
                </a:moveTo>
                <a:lnTo>
                  <a:pt x="2469283" y="0"/>
                </a:lnTo>
                <a:lnTo>
                  <a:pt x="2469283" y="4409435"/>
                </a:lnTo>
                <a:lnTo>
                  <a:pt x="0" y="44094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9" name="Freeform 9"/>
          <p:cNvSpPr/>
          <p:nvPr/>
        </p:nvSpPr>
        <p:spPr>
          <a:xfrm flipH="1">
            <a:off x="15082087" y="6009010"/>
            <a:ext cx="2469284" cy="4409435"/>
          </a:xfrm>
          <a:custGeom>
            <a:avLst/>
            <a:gdLst/>
            <a:ahLst/>
            <a:cxnLst/>
            <a:rect l="l" t="t" r="r" b="b"/>
            <a:pathLst>
              <a:path w="2469284" h="4409435">
                <a:moveTo>
                  <a:pt x="2469283" y="0"/>
                </a:moveTo>
                <a:lnTo>
                  <a:pt x="0" y="0"/>
                </a:lnTo>
                <a:lnTo>
                  <a:pt x="0" y="4409435"/>
                </a:lnTo>
                <a:lnTo>
                  <a:pt x="2469283" y="4409435"/>
                </a:lnTo>
                <a:lnTo>
                  <a:pt x="246928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10" name="Group 10"/>
          <p:cNvGrpSpPr/>
          <p:nvPr/>
        </p:nvGrpSpPr>
        <p:grpSpPr>
          <a:xfrm>
            <a:off x="1030217" y="1013257"/>
            <a:ext cx="860074" cy="333578"/>
            <a:chOff x="0" y="0"/>
            <a:chExt cx="1146765" cy="444771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grpSp>
        <p:nvGrpSpPr>
          <p:cNvPr id="17" name="Group 17"/>
          <p:cNvGrpSpPr/>
          <p:nvPr/>
        </p:nvGrpSpPr>
        <p:grpSpPr>
          <a:xfrm>
            <a:off x="16397710" y="1028700"/>
            <a:ext cx="860074" cy="333578"/>
            <a:chOff x="0" y="0"/>
            <a:chExt cx="1146765" cy="444771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9490910" y="2087176"/>
            <a:ext cx="7768390" cy="7171124"/>
            <a:chOff x="0" y="0"/>
            <a:chExt cx="937097" cy="86504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37097" cy="865049"/>
            </a:xfrm>
            <a:custGeom>
              <a:avLst/>
              <a:gdLst/>
              <a:ahLst/>
              <a:cxnLst/>
              <a:rect l="l" t="t" r="r" b="b"/>
              <a:pathLst>
                <a:path w="937097" h="865049">
                  <a:moveTo>
                    <a:pt x="22922" y="0"/>
                  </a:moveTo>
                  <a:lnTo>
                    <a:pt x="914176" y="0"/>
                  </a:lnTo>
                  <a:cubicBezTo>
                    <a:pt x="926835" y="0"/>
                    <a:pt x="937097" y="10262"/>
                    <a:pt x="937097" y="22922"/>
                  </a:cubicBezTo>
                  <a:lnTo>
                    <a:pt x="937097" y="842128"/>
                  </a:lnTo>
                  <a:cubicBezTo>
                    <a:pt x="937097" y="854787"/>
                    <a:pt x="926835" y="865049"/>
                    <a:pt x="914176" y="865049"/>
                  </a:cubicBezTo>
                  <a:lnTo>
                    <a:pt x="22922" y="865049"/>
                  </a:lnTo>
                  <a:cubicBezTo>
                    <a:pt x="10262" y="865049"/>
                    <a:pt x="0" y="854787"/>
                    <a:pt x="0" y="842128"/>
                  </a:cubicBezTo>
                  <a:lnTo>
                    <a:pt x="0" y="22922"/>
                  </a:lnTo>
                  <a:cubicBezTo>
                    <a:pt x="0" y="10262"/>
                    <a:pt x="10262" y="0"/>
                    <a:pt x="22922" y="0"/>
                  </a:cubicBezTo>
                  <a:close/>
                </a:path>
              </a:pathLst>
            </a:custGeom>
            <a:blipFill>
              <a:blip r:embed="rId2"/>
              <a:stretch>
                <a:fillRect l="-19233" r="-19233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15866051" y="990600"/>
            <a:ext cx="1393249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531317"/>
            <a:ext cx="7768390" cy="4726983"/>
            <a:chOff x="0" y="0"/>
            <a:chExt cx="937097" cy="5702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37097" cy="570214"/>
            </a:xfrm>
            <a:custGeom>
              <a:avLst/>
              <a:gdLst/>
              <a:ahLst/>
              <a:cxnLst/>
              <a:rect l="l" t="t" r="r" b="b"/>
              <a:pathLst>
                <a:path w="937097" h="570214">
                  <a:moveTo>
                    <a:pt x="22922" y="0"/>
                  </a:moveTo>
                  <a:lnTo>
                    <a:pt x="914176" y="0"/>
                  </a:lnTo>
                  <a:cubicBezTo>
                    <a:pt x="926835" y="0"/>
                    <a:pt x="937097" y="10262"/>
                    <a:pt x="937097" y="22922"/>
                  </a:cubicBezTo>
                  <a:lnTo>
                    <a:pt x="937097" y="547292"/>
                  </a:lnTo>
                  <a:cubicBezTo>
                    <a:pt x="937097" y="559951"/>
                    <a:pt x="926835" y="570214"/>
                    <a:pt x="914176" y="570214"/>
                  </a:cubicBezTo>
                  <a:lnTo>
                    <a:pt x="22922" y="570214"/>
                  </a:lnTo>
                  <a:cubicBezTo>
                    <a:pt x="10262" y="570214"/>
                    <a:pt x="0" y="559951"/>
                    <a:pt x="0" y="547292"/>
                  </a:cubicBezTo>
                  <a:lnTo>
                    <a:pt x="0" y="22922"/>
                  </a:lnTo>
                  <a:cubicBezTo>
                    <a:pt x="0" y="10262"/>
                    <a:pt x="10262" y="0"/>
                    <a:pt x="22922" y="0"/>
                  </a:cubicBezTo>
                  <a:close/>
                </a:path>
              </a:pathLst>
            </a:custGeom>
            <a:blipFill>
              <a:blip r:embed="rId2"/>
              <a:stretch>
                <a:fillRect t="-4780" b="-4780"/>
              </a:stretch>
            </a:blipFill>
          </p:spPr>
        </p:sp>
      </p:grpSp>
      <p:sp>
        <p:nvSpPr>
          <p:cNvPr id="20" name="TextBox 20"/>
          <p:cNvSpPr txBox="1"/>
          <p:nvPr/>
        </p:nvSpPr>
        <p:spPr>
          <a:xfrm>
            <a:off x="9608145" y="6136814"/>
            <a:ext cx="75901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9608145" y="8304801"/>
            <a:ext cx="75901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490910" y="4531317"/>
            <a:ext cx="7768390" cy="4726983"/>
            <a:chOff x="0" y="0"/>
            <a:chExt cx="937097" cy="5702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37097" cy="570214"/>
            </a:xfrm>
            <a:custGeom>
              <a:avLst/>
              <a:gdLst/>
              <a:ahLst/>
              <a:cxnLst/>
              <a:rect l="l" t="t" r="r" b="b"/>
              <a:pathLst>
                <a:path w="937097" h="570214">
                  <a:moveTo>
                    <a:pt x="22922" y="0"/>
                  </a:moveTo>
                  <a:lnTo>
                    <a:pt x="914176" y="0"/>
                  </a:lnTo>
                  <a:cubicBezTo>
                    <a:pt x="926835" y="0"/>
                    <a:pt x="937097" y="10262"/>
                    <a:pt x="937097" y="22922"/>
                  </a:cubicBezTo>
                  <a:lnTo>
                    <a:pt x="937097" y="547292"/>
                  </a:lnTo>
                  <a:cubicBezTo>
                    <a:pt x="937097" y="559951"/>
                    <a:pt x="926835" y="570214"/>
                    <a:pt x="914176" y="570214"/>
                  </a:cubicBezTo>
                  <a:lnTo>
                    <a:pt x="22922" y="570214"/>
                  </a:lnTo>
                  <a:cubicBezTo>
                    <a:pt x="10262" y="570214"/>
                    <a:pt x="0" y="559951"/>
                    <a:pt x="0" y="547292"/>
                  </a:cubicBezTo>
                  <a:lnTo>
                    <a:pt x="0" y="22922"/>
                  </a:lnTo>
                  <a:cubicBezTo>
                    <a:pt x="0" y="10262"/>
                    <a:pt x="10262" y="0"/>
                    <a:pt x="22922" y="0"/>
                  </a:cubicBezTo>
                  <a:close/>
                </a:path>
              </a:pathLst>
            </a:custGeom>
            <a:blipFill>
              <a:blip r:embed="rId2"/>
              <a:stretch>
                <a:fillRect t="-4951" b="-4951"/>
              </a:stretch>
            </a:blipFill>
          </p:spPr>
        </p:sp>
      </p:grpSp>
      <p:sp>
        <p:nvSpPr>
          <p:cNvPr id="18" name="TextBox 18"/>
          <p:cNvSpPr txBox="1"/>
          <p:nvPr/>
        </p:nvSpPr>
        <p:spPr>
          <a:xfrm>
            <a:off x="1405526" y="6136814"/>
            <a:ext cx="75901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1405526" y="8304801"/>
            <a:ext cx="75901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5866051" y="990600"/>
            <a:ext cx="1393249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grpSp>
        <p:nvGrpSpPr>
          <p:cNvPr id="30" name="Group 30"/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39970" y="7324090"/>
            <a:ext cx="6676660" cy="1934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15866051" y="990600"/>
            <a:ext cx="1393249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grpSp>
        <p:nvGrpSpPr>
          <p:cNvPr id="6" name="Group 6"/>
          <p:cNvGrpSpPr/>
          <p:nvPr/>
        </p:nvGrpSpPr>
        <p:grpSpPr>
          <a:xfrm>
            <a:off x="9223729" y="2087176"/>
            <a:ext cx="8035571" cy="4726983"/>
            <a:chOff x="0" y="0"/>
            <a:chExt cx="969327" cy="57021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69327" cy="570214"/>
            </a:xfrm>
            <a:custGeom>
              <a:avLst/>
              <a:gdLst/>
              <a:ahLst/>
              <a:cxnLst/>
              <a:rect l="l" t="t" r="r" b="b"/>
              <a:pathLst>
                <a:path w="969327" h="570214">
                  <a:moveTo>
                    <a:pt x="22159" y="0"/>
                  </a:moveTo>
                  <a:lnTo>
                    <a:pt x="947168" y="0"/>
                  </a:lnTo>
                  <a:cubicBezTo>
                    <a:pt x="959406" y="0"/>
                    <a:pt x="969327" y="9921"/>
                    <a:pt x="969327" y="22159"/>
                  </a:cubicBezTo>
                  <a:lnTo>
                    <a:pt x="969327" y="548054"/>
                  </a:lnTo>
                  <a:cubicBezTo>
                    <a:pt x="969327" y="560293"/>
                    <a:pt x="959406" y="570214"/>
                    <a:pt x="947168" y="570214"/>
                  </a:cubicBezTo>
                  <a:lnTo>
                    <a:pt x="22159" y="570214"/>
                  </a:lnTo>
                  <a:cubicBezTo>
                    <a:pt x="9921" y="570214"/>
                    <a:pt x="0" y="560293"/>
                    <a:pt x="0" y="548054"/>
                  </a:cubicBezTo>
                  <a:lnTo>
                    <a:pt x="0" y="22159"/>
                  </a:lnTo>
                  <a:cubicBezTo>
                    <a:pt x="0" y="9921"/>
                    <a:pt x="9921" y="0"/>
                    <a:pt x="22159" y="0"/>
                  </a:cubicBezTo>
                  <a:close/>
                </a:path>
              </a:pathLst>
            </a:custGeom>
            <a:blipFill>
              <a:blip r:embed="rId2"/>
              <a:stretch>
                <a:fillRect t="-6664" b="-6664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9970" y="2015739"/>
            <a:ext cx="15693338" cy="1910397"/>
            <a:chOff x="0" y="-95250"/>
            <a:chExt cx="20924450" cy="2547197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0"/>
              <a:ext cx="8902214" cy="25471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840"/>
                </a:lnSpc>
                <a:spcBef>
                  <a:spcPct val="0"/>
                </a:spcBef>
              </a:pP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ADDRESSING THE COMPLEXITIES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451560" y="380153"/>
              <a:ext cx="10472890" cy="1675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520"/>
                </a:lnSpc>
                <a:spcBef>
                  <a:spcPct val="0"/>
                </a:spcBef>
              </a:pPr>
              <a:r>
                <a:rPr lang="en-US" sz="18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While technology offers immense benefits, it also brings challenges that require careful navigation. Issues such s privacy violations, cybersecurity threats, and environmental concerns highlight the need for responsible innovation.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5866051" y="990600"/>
            <a:ext cx="1393249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grpSp>
        <p:nvGrpSpPr>
          <p:cNvPr id="7" name="Group 7"/>
          <p:cNvGrpSpPr/>
          <p:nvPr/>
        </p:nvGrpSpPr>
        <p:grpSpPr>
          <a:xfrm>
            <a:off x="9223729" y="4531317"/>
            <a:ext cx="8035571" cy="4726983"/>
            <a:chOff x="0" y="0"/>
            <a:chExt cx="969327" cy="5702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69327" cy="570214"/>
            </a:xfrm>
            <a:custGeom>
              <a:avLst/>
              <a:gdLst/>
              <a:ahLst/>
              <a:cxnLst/>
              <a:rect l="l" t="t" r="r" b="b"/>
              <a:pathLst>
                <a:path w="969327" h="570214">
                  <a:moveTo>
                    <a:pt x="22159" y="0"/>
                  </a:moveTo>
                  <a:lnTo>
                    <a:pt x="947168" y="0"/>
                  </a:lnTo>
                  <a:cubicBezTo>
                    <a:pt x="959406" y="0"/>
                    <a:pt x="969327" y="9921"/>
                    <a:pt x="969327" y="22159"/>
                  </a:cubicBezTo>
                  <a:lnTo>
                    <a:pt x="969327" y="548054"/>
                  </a:lnTo>
                  <a:cubicBezTo>
                    <a:pt x="969327" y="560293"/>
                    <a:pt x="959406" y="570214"/>
                    <a:pt x="947168" y="570214"/>
                  </a:cubicBezTo>
                  <a:lnTo>
                    <a:pt x="22159" y="570214"/>
                  </a:lnTo>
                  <a:cubicBezTo>
                    <a:pt x="9921" y="570214"/>
                    <a:pt x="0" y="560293"/>
                    <a:pt x="0" y="548054"/>
                  </a:cubicBezTo>
                  <a:lnTo>
                    <a:pt x="0" y="22159"/>
                  </a:lnTo>
                  <a:cubicBezTo>
                    <a:pt x="0" y="9921"/>
                    <a:pt x="9921" y="0"/>
                    <a:pt x="22159" y="0"/>
                  </a:cubicBezTo>
                  <a:close/>
                </a:path>
              </a:pathLst>
            </a:custGeom>
            <a:blipFill>
              <a:blip r:embed="rId2"/>
              <a:stretch>
                <a:fillRect t="-6664" b="-6664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2087176"/>
            <a:ext cx="4622515" cy="7171124"/>
            <a:chOff x="0" y="0"/>
            <a:chExt cx="557612" cy="8650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7612" cy="865049"/>
            </a:xfrm>
            <a:custGeom>
              <a:avLst/>
              <a:gdLst/>
              <a:ahLst/>
              <a:cxnLst/>
              <a:rect l="l" t="t" r="r" b="b"/>
              <a:pathLst>
                <a:path w="557612" h="865049">
                  <a:moveTo>
                    <a:pt x="38521" y="0"/>
                  </a:moveTo>
                  <a:lnTo>
                    <a:pt x="519091" y="0"/>
                  </a:lnTo>
                  <a:cubicBezTo>
                    <a:pt x="540365" y="0"/>
                    <a:pt x="557612" y="17246"/>
                    <a:pt x="557612" y="38521"/>
                  </a:cubicBezTo>
                  <a:lnTo>
                    <a:pt x="557612" y="826528"/>
                  </a:lnTo>
                  <a:cubicBezTo>
                    <a:pt x="557612" y="836745"/>
                    <a:pt x="553553" y="846543"/>
                    <a:pt x="546329" y="853767"/>
                  </a:cubicBezTo>
                  <a:cubicBezTo>
                    <a:pt x="539105" y="860991"/>
                    <a:pt x="529307" y="865049"/>
                    <a:pt x="519091" y="865049"/>
                  </a:cubicBezTo>
                  <a:lnTo>
                    <a:pt x="38521" y="865049"/>
                  </a:lnTo>
                  <a:cubicBezTo>
                    <a:pt x="28305" y="865049"/>
                    <a:pt x="18507" y="860991"/>
                    <a:pt x="11283" y="853767"/>
                  </a:cubicBezTo>
                  <a:cubicBezTo>
                    <a:pt x="4058" y="846543"/>
                    <a:pt x="0" y="836745"/>
                    <a:pt x="0" y="826528"/>
                  </a:cubicBezTo>
                  <a:lnTo>
                    <a:pt x="0" y="38521"/>
                  </a:lnTo>
                  <a:cubicBezTo>
                    <a:pt x="0" y="28305"/>
                    <a:pt x="4058" y="18507"/>
                    <a:pt x="11283" y="11283"/>
                  </a:cubicBezTo>
                  <a:cubicBezTo>
                    <a:pt x="18507" y="4058"/>
                    <a:pt x="28305" y="0"/>
                    <a:pt x="38521" y="0"/>
                  </a:cubicBezTo>
                  <a:close/>
                </a:path>
              </a:pathLst>
            </a:custGeom>
            <a:blipFill>
              <a:blip r:embed="rId2"/>
              <a:stretch>
                <a:fillRect l="-1776" r="-177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847164" y="2087176"/>
            <a:ext cx="4622515" cy="7171124"/>
            <a:chOff x="0" y="0"/>
            <a:chExt cx="557612" cy="8650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57612" cy="865049"/>
            </a:xfrm>
            <a:custGeom>
              <a:avLst/>
              <a:gdLst/>
              <a:ahLst/>
              <a:cxnLst/>
              <a:rect l="l" t="t" r="r" b="b"/>
              <a:pathLst>
                <a:path w="557612" h="865049">
                  <a:moveTo>
                    <a:pt x="38521" y="0"/>
                  </a:moveTo>
                  <a:lnTo>
                    <a:pt x="519091" y="0"/>
                  </a:lnTo>
                  <a:cubicBezTo>
                    <a:pt x="540365" y="0"/>
                    <a:pt x="557612" y="17246"/>
                    <a:pt x="557612" y="38521"/>
                  </a:cubicBezTo>
                  <a:lnTo>
                    <a:pt x="557612" y="826528"/>
                  </a:lnTo>
                  <a:cubicBezTo>
                    <a:pt x="557612" y="836745"/>
                    <a:pt x="553553" y="846543"/>
                    <a:pt x="546329" y="853767"/>
                  </a:cubicBezTo>
                  <a:cubicBezTo>
                    <a:pt x="539105" y="860991"/>
                    <a:pt x="529307" y="865049"/>
                    <a:pt x="519091" y="865049"/>
                  </a:cubicBezTo>
                  <a:lnTo>
                    <a:pt x="38521" y="865049"/>
                  </a:lnTo>
                  <a:cubicBezTo>
                    <a:pt x="28305" y="865049"/>
                    <a:pt x="18507" y="860991"/>
                    <a:pt x="11283" y="853767"/>
                  </a:cubicBezTo>
                  <a:cubicBezTo>
                    <a:pt x="4058" y="846543"/>
                    <a:pt x="0" y="836745"/>
                    <a:pt x="0" y="826528"/>
                  </a:cubicBezTo>
                  <a:lnTo>
                    <a:pt x="0" y="38521"/>
                  </a:lnTo>
                  <a:cubicBezTo>
                    <a:pt x="0" y="28305"/>
                    <a:pt x="4058" y="18507"/>
                    <a:pt x="11283" y="11283"/>
                  </a:cubicBezTo>
                  <a:cubicBezTo>
                    <a:pt x="18507" y="4058"/>
                    <a:pt x="28305" y="0"/>
                    <a:pt x="38521" y="0"/>
                  </a:cubicBezTo>
                  <a:close/>
                </a:path>
              </a:pathLst>
            </a:custGeom>
            <a:blipFill>
              <a:blip r:embed="rId3"/>
              <a:stretch>
                <a:fillRect l="-1711" r="-171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6399226" y="8924722"/>
            <a:ext cx="860074" cy="333578"/>
            <a:chOff x="0" y="0"/>
            <a:chExt cx="1146765" cy="444771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5866051" y="990600"/>
            <a:ext cx="1393249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sp>
        <p:nvSpPr>
          <p:cNvPr id="4" name="TextBox 4"/>
          <p:cNvSpPr txBox="1"/>
          <p:nvPr/>
        </p:nvSpPr>
        <p:spPr>
          <a:xfrm>
            <a:off x="3922518" y="1991926"/>
            <a:ext cx="10442965" cy="94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1028700" y="1997957"/>
            <a:ext cx="6477430" cy="1934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/>
        </p:txBody>
      </p:sp>
      <p:grpSp>
        <p:nvGrpSpPr>
          <p:cNvPr id="11" name="Group 11"/>
          <p:cNvGrpSpPr/>
          <p:nvPr/>
        </p:nvGrpSpPr>
        <p:grpSpPr>
          <a:xfrm>
            <a:off x="12743135" y="6163530"/>
            <a:ext cx="3512536" cy="672860"/>
            <a:chOff x="0" y="0"/>
            <a:chExt cx="4683381" cy="897147"/>
          </a:xfrm>
        </p:grpSpPr>
        <p:sp>
          <p:nvSpPr>
            <p:cNvPr id="12" name="TextBox 12"/>
            <p:cNvSpPr txBox="1"/>
            <p:nvPr/>
          </p:nvSpPr>
          <p:spPr>
            <a:xfrm>
              <a:off x="0" y="500907"/>
              <a:ext cx="4683381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 b="1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hello@reallygreatsite.com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64911" y="-38100"/>
              <a:ext cx="235356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  <a:spcBef>
                  <a:spcPct val="0"/>
                </a:spcBef>
              </a:pPr>
              <a:r>
                <a:rPr lang="en-US" sz="2100" b="1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EMAIL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743135" y="7817975"/>
            <a:ext cx="3512536" cy="672860"/>
            <a:chOff x="0" y="0"/>
            <a:chExt cx="4683381" cy="897147"/>
          </a:xfrm>
        </p:grpSpPr>
        <p:sp>
          <p:nvSpPr>
            <p:cNvPr id="21" name="TextBox 21"/>
            <p:cNvSpPr txBox="1"/>
            <p:nvPr/>
          </p:nvSpPr>
          <p:spPr>
            <a:xfrm>
              <a:off x="0" y="500907"/>
              <a:ext cx="4683381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 b="1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123 Anywhere St., Any City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64911" y="-38100"/>
              <a:ext cx="235356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  <a:spcBef>
                  <a:spcPct val="0"/>
                </a:spcBef>
              </a:pPr>
              <a:r>
                <a:rPr lang="en-US" sz="2100" b="1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ADDRESS</a:t>
              </a:r>
            </a:p>
          </p:txBody>
        </p:sp>
      </p:grpSp>
      <p:sp>
        <p:nvSpPr>
          <p:cNvPr id="25" name="AutoShape 25"/>
          <p:cNvSpPr/>
          <p:nvPr/>
        </p:nvSpPr>
        <p:spPr>
          <a:xfrm>
            <a:off x="12538913" y="7327183"/>
            <a:ext cx="3920981" cy="0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77</Words>
  <Application>Microsoft Office PowerPoint</Application>
  <PresentationFormat>Custom</PresentationFormat>
  <Paragraphs>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Inter Medium</vt:lpstr>
      <vt:lpstr>Calibri</vt:lpstr>
      <vt:lpstr>Red Hat Display Bold</vt:lpstr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Modern Technology Presentation</dc:title>
  <cp:lastModifiedBy>Sharvesh S</cp:lastModifiedBy>
  <cp:revision>2</cp:revision>
  <dcterms:created xsi:type="dcterms:W3CDTF">2006-08-16T00:00:00Z</dcterms:created>
  <dcterms:modified xsi:type="dcterms:W3CDTF">2025-12-18T09:32:07Z</dcterms:modified>
  <dc:identifier>DAG54blzY0I</dc:identifier>
</cp:coreProperties>
</file>