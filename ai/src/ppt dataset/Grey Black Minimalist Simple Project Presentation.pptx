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oxima Nova Bold" charset="1" panose="02000506030000020004"/>
      <p:regular r:id="rId16"/>
    </p:embeddedFont>
    <p:embeddedFont>
      <p:font typeface="Nunito" charset="1" panose="00000000000000000000"/>
      <p:regular r:id="rId17"/>
    </p:embeddedFont>
    <p:embeddedFont>
      <p:font typeface="Nunito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20469" y="3178174"/>
            <a:ext cx="12447062" cy="196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3" id="13"/>
          <p:cNvGrpSpPr/>
          <p:nvPr/>
        </p:nvGrpSpPr>
        <p:grpSpPr>
          <a:xfrm rot="0">
            <a:off x="5854559" y="5143500"/>
            <a:ext cx="6578882" cy="1023974"/>
            <a:chOff x="0" y="0"/>
            <a:chExt cx="1732710" cy="269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45186" y="5226862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085116" y="1230454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4157101" y="3525303"/>
            <a:ext cx="1011776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085116" y="1230454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3416835" y="3747770"/>
            <a:ext cx="4986899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23951" y="3747770"/>
            <a:ext cx="4986899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7" id="17"/>
          <p:cNvGrpSpPr/>
          <p:nvPr/>
        </p:nvGrpSpPr>
        <p:grpSpPr>
          <a:xfrm rot="0">
            <a:off x="2377149" y="3804920"/>
            <a:ext cx="840118" cy="84011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83808" y="3804920"/>
            <a:ext cx="840118" cy="84011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27284" y="3955739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9933943" y="3955739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860189" y="3664787"/>
            <a:ext cx="5840570" cy="3891280"/>
          </a:xfrm>
          <a:custGeom>
            <a:avLst/>
            <a:gdLst/>
            <a:ahLst/>
            <a:cxnLst/>
            <a:rect r="r" b="b" t="t" l="l"/>
            <a:pathLst>
              <a:path h="3891280" w="5840570">
                <a:moveTo>
                  <a:pt x="0" y="0"/>
                </a:moveTo>
                <a:lnTo>
                  <a:pt x="5840571" y="0"/>
                </a:lnTo>
                <a:lnTo>
                  <a:pt x="5840571" y="3891280"/>
                </a:lnTo>
                <a:lnTo>
                  <a:pt x="0" y="3891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4870599" y="1230454"/>
            <a:ext cx="85468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2581281" y="3607637"/>
            <a:ext cx="5727165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870599" y="1230454"/>
            <a:ext cx="85468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0242519" y="3636537"/>
            <a:ext cx="5988081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870599" y="1230454"/>
            <a:ext cx="85468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5" id="15"/>
          <p:cNvGrpSpPr/>
          <p:nvPr/>
        </p:nvGrpSpPr>
        <p:grpSpPr>
          <a:xfrm rot="0">
            <a:off x="5447048" y="3082239"/>
            <a:ext cx="10189752" cy="2757450"/>
            <a:chOff x="0" y="0"/>
            <a:chExt cx="2683721" cy="726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899875" y="3432788"/>
            <a:ext cx="9212114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9" id="19"/>
          <p:cNvGrpSpPr/>
          <p:nvPr/>
        </p:nvGrpSpPr>
        <p:grpSpPr>
          <a:xfrm rot="0">
            <a:off x="2651199" y="3066253"/>
            <a:ext cx="2550037" cy="2757450"/>
            <a:chOff x="0" y="0"/>
            <a:chExt cx="671615" cy="726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136227" y="3603714"/>
            <a:ext cx="15799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23" id="23"/>
          <p:cNvGrpSpPr/>
          <p:nvPr/>
        </p:nvGrpSpPr>
        <p:grpSpPr>
          <a:xfrm rot="0">
            <a:off x="5447048" y="6208101"/>
            <a:ext cx="10189752" cy="2757450"/>
            <a:chOff x="0" y="0"/>
            <a:chExt cx="2683721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899875" y="6558649"/>
            <a:ext cx="9212114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27" id="27"/>
          <p:cNvGrpSpPr/>
          <p:nvPr/>
        </p:nvGrpSpPr>
        <p:grpSpPr>
          <a:xfrm rot="0">
            <a:off x="2651199" y="6192114"/>
            <a:ext cx="2550037" cy="2757450"/>
            <a:chOff x="0" y="0"/>
            <a:chExt cx="671615" cy="7262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136227" y="6729576"/>
            <a:ext cx="15799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68863" y="1230454"/>
            <a:ext cx="635027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4057223" y="3388360"/>
            <a:ext cx="10173554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68863" y="1230454"/>
            <a:ext cx="635027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5" id="15"/>
          <p:cNvGrpSpPr/>
          <p:nvPr/>
        </p:nvGrpSpPr>
        <p:grpSpPr>
          <a:xfrm rot="0">
            <a:off x="3546186" y="3635902"/>
            <a:ext cx="5195025" cy="4803941"/>
            <a:chOff x="0" y="0"/>
            <a:chExt cx="1368237" cy="12652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47688" y="0"/>
                  </a:moveTo>
                  <a:lnTo>
                    <a:pt x="1320549" y="0"/>
                  </a:lnTo>
                  <a:cubicBezTo>
                    <a:pt x="1346886" y="0"/>
                    <a:pt x="1368237" y="21351"/>
                    <a:pt x="1368237" y="47688"/>
                  </a:cubicBezTo>
                  <a:lnTo>
                    <a:pt x="1368237" y="1217547"/>
                  </a:lnTo>
                  <a:cubicBezTo>
                    <a:pt x="1368237" y="1230195"/>
                    <a:pt x="1363213" y="1242325"/>
                    <a:pt x="1354270" y="1251268"/>
                  </a:cubicBezTo>
                  <a:cubicBezTo>
                    <a:pt x="1345326" y="1260211"/>
                    <a:pt x="1333197" y="1265236"/>
                    <a:pt x="1320549" y="1265236"/>
                  </a:cubicBezTo>
                  <a:lnTo>
                    <a:pt x="47688" y="1265236"/>
                  </a:lnTo>
                  <a:cubicBezTo>
                    <a:pt x="35041" y="1265236"/>
                    <a:pt x="22911" y="1260211"/>
                    <a:pt x="13968" y="1251268"/>
                  </a:cubicBezTo>
                  <a:cubicBezTo>
                    <a:pt x="5024" y="1242325"/>
                    <a:pt x="0" y="1230195"/>
                    <a:pt x="0" y="1217547"/>
                  </a:cubicBezTo>
                  <a:lnTo>
                    <a:pt x="0" y="47688"/>
                  </a:lnTo>
                  <a:cubicBezTo>
                    <a:pt x="0" y="21351"/>
                    <a:pt x="21351" y="0"/>
                    <a:pt x="47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82605" y="3660637"/>
            <a:ext cx="1050583" cy="105058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485128" y="3591960"/>
            <a:ext cx="645538" cy="1000545"/>
          </a:xfrm>
          <a:custGeom>
            <a:avLst/>
            <a:gdLst/>
            <a:ahLst/>
            <a:cxnLst/>
            <a:rect r="r" b="b" t="t" l="l"/>
            <a:pathLst>
              <a:path h="1000545" w="645538">
                <a:moveTo>
                  <a:pt x="0" y="0"/>
                </a:moveTo>
                <a:lnTo>
                  <a:pt x="645538" y="0"/>
                </a:lnTo>
                <a:lnTo>
                  <a:pt x="645538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3918465" y="4035083"/>
            <a:ext cx="4450467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23" id="23"/>
          <p:cNvGrpSpPr/>
          <p:nvPr/>
        </p:nvGrpSpPr>
        <p:grpSpPr>
          <a:xfrm rot="0">
            <a:off x="10810369" y="3635902"/>
            <a:ext cx="5195025" cy="4803941"/>
            <a:chOff x="0" y="0"/>
            <a:chExt cx="1368237" cy="12652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47688" y="0"/>
                  </a:moveTo>
                  <a:lnTo>
                    <a:pt x="1320549" y="0"/>
                  </a:lnTo>
                  <a:cubicBezTo>
                    <a:pt x="1346886" y="0"/>
                    <a:pt x="1368237" y="21351"/>
                    <a:pt x="1368237" y="47688"/>
                  </a:cubicBezTo>
                  <a:lnTo>
                    <a:pt x="1368237" y="1217547"/>
                  </a:lnTo>
                  <a:cubicBezTo>
                    <a:pt x="1368237" y="1230195"/>
                    <a:pt x="1363213" y="1242325"/>
                    <a:pt x="1354270" y="1251268"/>
                  </a:cubicBezTo>
                  <a:cubicBezTo>
                    <a:pt x="1345326" y="1260211"/>
                    <a:pt x="1333197" y="1265236"/>
                    <a:pt x="1320549" y="1265236"/>
                  </a:cubicBezTo>
                  <a:lnTo>
                    <a:pt x="47688" y="1265236"/>
                  </a:lnTo>
                  <a:cubicBezTo>
                    <a:pt x="35041" y="1265236"/>
                    <a:pt x="22911" y="1260211"/>
                    <a:pt x="13968" y="1251268"/>
                  </a:cubicBezTo>
                  <a:cubicBezTo>
                    <a:pt x="5024" y="1242325"/>
                    <a:pt x="0" y="1230195"/>
                    <a:pt x="0" y="1217547"/>
                  </a:cubicBezTo>
                  <a:lnTo>
                    <a:pt x="0" y="47688"/>
                  </a:lnTo>
                  <a:cubicBezTo>
                    <a:pt x="0" y="21351"/>
                    <a:pt x="21351" y="0"/>
                    <a:pt x="47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46789" y="3660637"/>
            <a:ext cx="1050583" cy="105058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749311" y="3591960"/>
            <a:ext cx="645538" cy="1000545"/>
          </a:xfrm>
          <a:custGeom>
            <a:avLst/>
            <a:gdLst/>
            <a:ahLst/>
            <a:cxnLst/>
            <a:rect r="r" b="b" t="t" l="l"/>
            <a:pathLst>
              <a:path h="1000545" w="645538">
                <a:moveTo>
                  <a:pt x="0" y="0"/>
                </a:moveTo>
                <a:lnTo>
                  <a:pt x="645538" y="0"/>
                </a:lnTo>
                <a:lnTo>
                  <a:pt x="645538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0" id="30"/>
          <p:cNvSpPr txBox="true"/>
          <p:nvPr/>
        </p:nvSpPr>
        <p:spPr>
          <a:xfrm rot="0">
            <a:off x="11182648" y="4035083"/>
            <a:ext cx="4450467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64747" y="1230454"/>
            <a:ext cx="955850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4141606" y="3647628"/>
            <a:ext cx="10004788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DAG54WlSOKE</dc:identifier>
  <dcterms:modified xsi:type="dcterms:W3CDTF">2011-08-01T06:04:30Z</dcterms:modified>
  <cp:revision>1</cp:revision>
  <dc:title>Grey Black Minimalist Simple Project Presentation</dc:title>
</cp:coreProperties>
</file>