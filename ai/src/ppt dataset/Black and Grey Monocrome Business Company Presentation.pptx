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ccordion Black" panose="020B0604020202020204" charset="-128"/>
      <p:regular r:id="rId12"/>
    </p:embeddedFont>
    <p:embeddedFont>
      <p:font typeface="Helvetica World Bold" panose="020B0604020202020204" charset="-128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28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6.png"/><Relationship Id="rId6" Type="http://schemas.openxmlformats.org/officeDocument/2006/relationships/image" Target="../media/image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8.png"/><Relationship Id="rId6" Type="http://schemas.openxmlformats.org/officeDocument/2006/relationships/image" Target="../media/image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4004186" y="-2600674"/>
            <a:ext cx="14777046" cy="15720261"/>
          </a:xfrm>
          <a:custGeom>
            <a:avLst/>
            <a:gdLst/>
            <a:ahLst/>
            <a:cxnLst/>
            <a:rect l="l" t="t" r="r" b="b"/>
            <a:pathLst>
              <a:path w="14777046" h="15720261">
                <a:moveTo>
                  <a:pt x="0" y="0"/>
                </a:moveTo>
                <a:lnTo>
                  <a:pt x="14777045" y="0"/>
                </a:lnTo>
                <a:lnTo>
                  <a:pt x="14777045" y="15720261"/>
                </a:lnTo>
                <a:lnTo>
                  <a:pt x="0" y="157202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0734260" y="2307624"/>
            <a:ext cx="7835983" cy="8336152"/>
          </a:xfrm>
          <a:custGeom>
            <a:avLst/>
            <a:gdLst/>
            <a:ahLst/>
            <a:cxnLst/>
            <a:rect l="l" t="t" r="r" b="b"/>
            <a:pathLst>
              <a:path w="7835983" h="8336152">
                <a:moveTo>
                  <a:pt x="0" y="0"/>
                </a:moveTo>
                <a:lnTo>
                  <a:pt x="7835983" y="0"/>
                </a:lnTo>
                <a:lnTo>
                  <a:pt x="7835983" y="8336152"/>
                </a:lnTo>
                <a:lnTo>
                  <a:pt x="0" y="8336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443397"/>
            <a:ext cx="9315466" cy="170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1028700" y="3549161"/>
            <a:ext cx="6646119" cy="59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2"/>
              </a:lnSpc>
              <a:spcBef>
                <a:spcPct val="0"/>
              </a:spcBef>
            </a:pPr>
            <a:endParaRPr lang="en-US" sz="3623" b="1" spc="724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28700" y="4756993"/>
            <a:ext cx="4852780" cy="0"/>
          </a:xfrm>
          <a:prstGeom prst="line">
            <a:avLst/>
          </a:prstGeom>
          <a:ln w="762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771525"/>
            <a:ext cx="6236709" cy="124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144000" y="2517727"/>
            <a:ext cx="7150565" cy="5629445"/>
          </a:xfrm>
          <a:custGeom>
            <a:avLst/>
            <a:gdLst/>
            <a:ahLst/>
            <a:cxnLst/>
            <a:rect l="l" t="t" r="r" b="b"/>
            <a:pathLst>
              <a:path w="7150565" h="5629445">
                <a:moveTo>
                  <a:pt x="0" y="0"/>
                </a:moveTo>
                <a:lnTo>
                  <a:pt x="7150565" y="0"/>
                </a:lnTo>
                <a:lnTo>
                  <a:pt x="7150565" y="5629445"/>
                </a:lnTo>
                <a:lnTo>
                  <a:pt x="0" y="5629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491225" y="2663082"/>
            <a:ext cx="7709404" cy="6125472"/>
          </a:xfrm>
          <a:custGeom>
            <a:avLst/>
            <a:gdLst/>
            <a:ahLst/>
            <a:cxnLst/>
            <a:rect l="l" t="t" r="r" b="b"/>
            <a:pathLst>
              <a:path w="7709404" h="6125472">
                <a:moveTo>
                  <a:pt x="0" y="0"/>
                </a:moveTo>
                <a:lnTo>
                  <a:pt x="7709404" y="0"/>
                </a:lnTo>
                <a:lnTo>
                  <a:pt x="7709404" y="6125472"/>
                </a:lnTo>
                <a:lnTo>
                  <a:pt x="0" y="6125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63573" y="3124415"/>
            <a:ext cx="6278061" cy="4794156"/>
          </a:xfrm>
          <a:custGeom>
            <a:avLst/>
            <a:gdLst/>
            <a:ahLst/>
            <a:cxnLst/>
            <a:rect l="l" t="t" r="r" b="b"/>
            <a:pathLst>
              <a:path w="6278061" h="4794156">
                <a:moveTo>
                  <a:pt x="0" y="0"/>
                </a:moveTo>
                <a:lnTo>
                  <a:pt x="6278061" y="0"/>
                </a:lnTo>
                <a:lnTo>
                  <a:pt x="6278061" y="4794156"/>
                </a:lnTo>
                <a:lnTo>
                  <a:pt x="0" y="47941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834535" y="3219969"/>
            <a:ext cx="5072198" cy="6038331"/>
          </a:xfrm>
          <a:custGeom>
            <a:avLst/>
            <a:gdLst/>
            <a:ahLst/>
            <a:cxnLst/>
            <a:rect l="l" t="t" r="r" b="b"/>
            <a:pathLst>
              <a:path w="5072198" h="6038331">
                <a:moveTo>
                  <a:pt x="0" y="0"/>
                </a:moveTo>
                <a:lnTo>
                  <a:pt x="5072198" y="0"/>
                </a:lnTo>
                <a:lnTo>
                  <a:pt x="5072198" y="6038331"/>
                </a:lnTo>
                <a:lnTo>
                  <a:pt x="0" y="60383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3695216" y="-2929365"/>
            <a:ext cx="15394984" cy="16377643"/>
          </a:xfrm>
          <a:custGeom>
            <a:avLst/>
            <a:gdLst/>
            <a:ahLst/>
            <a:cxnLst/>
            <a:rect l="l" t="t" r="r" b="b"/>
            <a:pathLst>
              <a:path w="15394984" h="16377643">
                <a:moveTo>
                  <a:pt x="0" y="0"/>
                </a:moveTo>
                <a:lnTo>
                  <a:pt x="15394985" y="0"/>
                </a:lnTo>
                <a:lnTo>
                  <a:pt x="15394985" y="16377643"/>
                </a:lnTo>
                <a:lnTo>
                  <a:pt x="0" y="163776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" name="Freeform 4"/>
          <p:cNvSpPr/>
          <p:nvPr/>
        </p:nvSpPr>
        <p:spPr>
          <a:xfrm>
            <a:off x="10734260" y="2307624"/>
            <a:ext cx="7835983" cy="8336152"/>
          </a:xfrm>
          <a:custGeom>
            <a:avLst/>
            <a:gdLst/>
            <a:ahLst/>
            <a:cxnLst/>
            <a:rect l="l" t="t" r="r" b="b"/>
            <a:pathLst>
              <a:path w="7835983" h="8336152">
                <a:moveTo>
                  <a:pt x="0" y="0"/>
                </a:moveTo>
                <a:lnTo>
                  <a:pt x="7835983" y="0"/>
                </a:lnTo>
                <a:lnTo>
                  <a:pt x="7835983" y="8336152"/>
                </a:lnTo>
                <a:lnTo>
                  <a:pt x="0" y="83361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859949"/>
            <a:ext cx="9705560" cy="2194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15" name="AutoShape 15"/>
          <p:cNvSpPr/>
          <p:nvPr/>
        </p:nvSpPr>
        <p:spPr>
          <a:xfrm>
            <a:off x="1028700" y="4756993"/>
            <a:ext cx="4852780" cy="0"/>
          </a:xfrm>
          <a:prstGeom prst="line">
            <a:avLst/>
          </a:prstGeom>
          <a:ln w="762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Custom</PresentationFormat>
  <Paragraphs>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Accordion Black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Grey Monocrome Business Company Presentation</dc:title>
  <cp:lastModifiedBy>Sharvesh S</cp:lastModifiedBy>
  <cp:revision>2</cp:revision>
  <dcterms:created xsi:type="dcterms:W3CDTF">2006-08-16T00:00:00Z</dcterms:created>
  <dcterms:modified xsi:type="dcterms:W3CDTF">2025-12-18T09:17:22Z</dcterms:modified>
  <dc:identifier>DAG54ZyfY3o</dc:identifier>
</cp:coreProperties>
</file>