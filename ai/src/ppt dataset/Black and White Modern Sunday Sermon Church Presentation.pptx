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Open Sauce" panose="020B0604020202020204" charset="0"/>
      <p:regular r:id="rId16"/>
    </p:embeddedFont>
    <p:embeddedFont>
      <p:font typeface="Open Sauce Medium" panose="020B0604020202020204" charset="0"/>
      <p:regular r:id="rId17"/>
    </p:embeddedFont>
    <p:embeddedFont>
      <p:font typeface="Open Sauce Semi-Bold" panose="020B0604020202020204" charset="0"/>
      <p:regular r:id="rId18"/>
    </p:embeddedFont>
    <p:embeddedFont>
      <p:font typeface="TT Ramillas Heavy" panose="020B0604020202020204" charset="0"/>
      <p:regular r:id="rId19"/>
    </p:embeddedFont>
    <p:embeddedFont>
      <p:font typeface="TT Ramillas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80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8.png"/><Relationship Id="rId4" Type="http://schemas.openxmlformats.org/officeDocument/2006/relationships/image" Target="../media/image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3609789" y="3277382"/>
            <a:ext cx="11068422" cy="337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4" name="Freeform 4"/>
          <p:cNvSpPr/>
          <p:nvPr/>
        </p:nvSpPr>
        <p:spPr>
          <a:xfrm>
            <a:off x="753678" y="701277"/>
            <a:ext cx="550044" cy="654846"/>
          </a:xfrm>
          <a:custGeom>
            <a:avLst/>
            <a:gdLst/>
            <a:ahLst/>
            <a:cxnLst/>
            <a:rect l="l" t="t" r="r" b="b"/>
            <a:pathLst>
              <a:path w="550044" h="654846">
                <a:moveTo>
                  <a:pt x="0" y="0"/>
                </a:moveTo>
                <a:lnTo>
                  <a:pt x="550044" y="0"/>
                </a:lnTo>
                <a:lnTo>
                  <a:pt x="550044" y="654846"/>
                </a:lnTo>
                <a:lnTo>
                  <a:pt x="0" y="6548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5" name="Freeform 5"/>
          <p:cNvSpPr/>
          <p:nvPr/>
        </p:nvSpPr>
        <p:spPr>
          <a:xfrm rot="-10800000">
            <a:off x="0" y="8053788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0" y="0"/>
                </a:moveTo>
                <a:lnTo>
                  <a:pt x="2257843" y="0"/>
                </a:lnTo>
                <a:lnTo>
                  <a:pt x="2257843" y="2233212"/>
                </a:lnTo>
                <a:lnTo>
                  <a:pt x="0" y="2233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 rot="-10800000" flipH="1">
            <a:off x="16030157" y="8053788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2257843" y="0"/>
                </a:moveTo>
                <a:lnTo>
                  <a:pt x="0" y="0"/>
                </a:lnTo>
                <a:lnTo>
                  <a:pt x="0" y="2233212"/>
                </a:lnTo>
                <a:lnTo>
                  <a:pt x="2257843" y="2233212"/>
                </a:lnTo>
                <a:lnTo>
                  <a:pt x="225784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7" name="Group 7"/>
          <p:cNvGrpSpPr/>
          <p:nvPr/>
        </p:nvGrpSpPr>
        <p:grpSpPr>
          <a:xfrm rot="2700000">
            <a:off x="-1992031" y="9335308"/>
            <a:ext cx="3086100" cy="308610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1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7201921" y="9335308"/>
            <a:ext cx="3086100" cy="30861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1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47899" y="7573559"/>
            <a:ext cx="2992201" cy="903898"/>
            <a:chOff x="0" y="0"/>
            <a:chExt cx="788069" cy="238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8069" cy="238064"/>
            </a:xfrm>
            <a:custGeom>
              <a:avLst/>
              <a:gdLst/>
              <a:ahLst/>
              <a:cxnLst/>
              <a:rect l="l" t="t" r="r" b="b"/>
              <a:pathLst>
                <a:path w="788069" h="238064">
                  <a:moveTo>
                    <a:pt x="119032" y="0"/>
                  </a:moveTo>
                  <a:lnTo>
                    <a:pt x="669038" y="0"/>
                  </a:lnTo>
                  <a:cubicBezTo>
                    <a:pt x="734777" y="0"/>
                    <a:pt x="788069" y="53292"/>
                    <a:pt x="788069" y="119032"/>
                  </a:cubicBezTo>
                  <a:lnTo>
                    <a:pt x="788069" y="119032"/>
                  </a:lnTo>
                  <a:cubicBezTo>
                    <a:pt x="788069" y="150601"/>
                    <a:pt x="775529" y="180877"/>
                    <a:pt x="753206" y="203200"/>
                  </a:cubicBezTo>
                  <a:cubicBezTo>
                    <a:pt x="730883" y="225523"/>
                    <a:pt x="700607" y="238064"/>
                    <a:pt x="669038" y="238064"/>
                  </a:cubicBezTo>
                  <a:lnTo>
                    <a:pt x="119032" y="238064"/>
                  </a:lnTo>
                  <a:cubicBezTo>
                    <a:pt x="53292" y="238064"/>
                    <a:pt x="0" y="184771"/>
                    <a:pt x="0" y="119032"/>
                  </a:cubicBezTo>
                  <a:lnTo>
                    <a:pt x="0" y="119032"/>
                  </a:lnTo>
                  <a:cubicBezTo>
                    <a:pt x="0" y="53292"/>
                    <a:pt x="53292" y="0"/>
                    <a:pt x="119032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788069" cy="219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r>
                <a:rPr lang="en-US" sz="2199" b="1" spc="-65">
                  <a:solidFill>
                    <a:srgbClr val="000016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Aaron loeb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113171" y="5853955"/>
            <a:ext cx="12061658" cy="1466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1461676" y="857013"/>
            <a:ext cx="412477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13134525" y="976076"/>
            <a:ext cx="4124775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1208080" y="4803457"/>
            <a:ext cx="5625131" cy="94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grpSp>
        <p:nvGrpSpPr>
          <p:cNvPr id="4" name="Group 4"/>
          <p:cNvGrpSpPr/>
          <p:nvPr/>
        </p:nvGrpSpPr>
        <p:grpSpPr>
          <a:xfrm>
            <a:off x="6558196" y="1108371"/>
            <a:ext cx="10701104" cy="2575786"/>
            <a:chOff x="0" y="0"/>
            <a:chExt cx="2818398" cy="6783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18398" cy="678396"/>
            </a:xfrm>
            <a:custGeom>
              <a:avLst/>
              <a:gdLst/>
              <a:ahLst/>
              <a:cxnLst/>
              <a:rect l="l" t="t" r="r" b="b"/>
              <a:pathLst>
                <a:path w="2818398" h="678396">
                  <a:moveTo>
                    <a:pt x="36897" y="0"/>
                  </a:moveTo>
                  <a:lnTo>
                    <a:pt x="2781501" y="0"/>
                  </a:lnTo>
                  <a:cubicBezTo>
                    <a:pt x="2801878" y="0"/>
                    <a:pt x="2818398" y="16519"/>
                    <a:pt x="2818398" y="36897"/>
                  </a:cubicBezTo>
                  <a:lnTo>
                    <a:pt x="2818398" y="641499"/>
                  </a:lnTo>
                  <a:cubicBezTo>
                    <a:pt x="2818398" y="661877"/>
                    <a:pt x="2801878" y="678396"/>
                    <a:pt x="2781501" y="678396"/>
                  </a:cubicBezTo>
                  <a:lnTo>
                    <a:pt x="36897" y="678396"/>
                  </a:lnTo>
                  <a:cubicBezTo>
                    <a:pt x="16519" y="678396"/>
                    <a:pt x="0" y="661877"/>
                    <a:pt x="0" y="641499"/>
                  </a:cubicBezTo>
                  <a:lnTo>
                    <a:pt x="0" y="36897"/>
                  </a:lnTo>
                  <a:cubicBezTo>
                    <a:pt x="0" y="16519"/>
                    <a:pt x="16519" y="0"/>
                    <a:pt x="36897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2818398" cy="659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558196" y="3855607"/>
            <a:ext cx="10701104" cy="2575786"/>
            <a:chOff x="0" y="0"/>
            <a:chExt cx="2818398" cy="6783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18398" cy="678396"/>
            </a:xfrm>
            <a:custGeom>
              <a:avLst/>
              <a:gdLst/>
              <a:ahLst/>
              <a:cxnLst/>
              <a:rect l="l" t="t" r="r" b="b"/>
              <a:pathLst>
                <a:path w="2818398" h="678396">
                  <a:moveTo>
                    <a:pt x="36897" y="0"/>
                  </a:moveTo>
                  <a:lnTo>
                    <a:pt x="2781501" y="0"/>
                  </a:lnTo>
                  <a:cubicBezTo>
                    <a:pt x="2801878" y="0"/>
                    <a:pt x="2818398" y="16519"/>
                    <a:pt x="2818398" y="36897"/>
                  </a:cubicBezTo>
                  <a:lnTo>
                    <a:pt x="2818398" y="641499"/>
                  </a:lnTo>
                  <a:cubicBezTo>
                    <a:pt x="2818398" y="661877"/>
                    <a:pt x="2801878" y="678396"/>
                    <a:pt x="2781501" y="678396"/>
                  </a:cubicBezTo>
                  <a:lnTo>
                    <a:pt x="36897" y="678396"/>
                  </a:lnTo>
                  <a:cubicBezTo>
                    <a:pt x="16519" y="678396"/>
                    <a:pt x="0" y="661877"/>
                    <a:pt x="0" y="641499"/>
                  </a:cubicBezTo>
                  <a:lnTo>
                    <a:pt x="0" y="36897"/>
                  </a:lnTo>
                  <a:cubicBezTo>
                    <a:pt x="0" y="16519"/>
                    <a:pt x="16519" y="0"/>
                    <a:pt x="36897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2818398" cy="659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58196" y="6602843"/>
            <a:ext cx="10701104" cy="2575786"/>
            <a:chOff x="0" y="0"/>
            <a:chExt cx="2818398" cy="6783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18398" cy="678396"/>
            </a:xfrm>
            <a:custGeom>
              <a:avLst/>
              <a:gdLst/>
              <a:ahLst/>
              <a:cxnLst/>
              <a:rect l="l" t="t" r="r" b="b"/>
              <a:pathLst>
                <a:path w="2818398" h="678396">
                  <a:moveTo>
                    <a:pt x="36897" y="0"/>
                  </a:moveTo>
                  <a:lnTo>
                    <a:pt x="2781501" y="0"/>
                  </a:lnTo>
                  <a:cubicBezTo>
                    <a:pt x="2801878" y="0"/>
                    <a:pt x="2818398" y="16519"/>
                    <a:pt x="2818398" y="36897"/>
                  </a:cubicBezTo>
                  <a:lnTo>
                    <a:pt x="2818398" y="641499"/>
                  </a:lnTo>
                  <a:cubicBezTo>
                    <a:pt x="2818398" y="661877"/>
                    <a:pt x="2801878" y="678396"/>
                    <a:pt x="2781501" y="678396"/>
                  </a:cubicBezTo>
                  <a:lnTo>
                    <a:pt x="36897" y="678396"/>
                  </a:lnTo>
                  <a:cubicBezTo>
                    <a:pt x="16519" y="678396"/>
                    <a:pt x="0" y="661877"/>
                    <a:pt x="0" y="641499"/>
                  </a:cubicBezTo>
                  <a:lnTo>
                    <a:pt x="0" y="36897"/>
                  </a:lnTo>
                  <a:cubicBezTo>
                    <a:pt x="0" y="16519"/>
                    <a:pt x="16519" y="0"/>
                    <a:pt x="36897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2818398" cy="659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-10800000">
            <a:off x="0" y="8053788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0" y="0"/>
                </a:moveTo>
                <a:lnTo>
                  <a:pt x="2257843" y="0"/>
                </a:lnTo>
                <a:lnTo>
                  <a:pt x="2257843" y="2233212"/>
                </a:lnTo>
                <a:lnTo>
                  <a:pt x="0" y="2233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23" name="Freeform 23"/>
          <p:cNvSpPr/>
          <p:nvPr/>
        </p:nvSpPr>
        <p:spPr>
          <a:xfrm rot="5400000" flipH="1">
            <a:off x="16456296" y="-178184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2257843" y="0"/>
                </a:moveTo>
                <a:lnTo>
                  <a:pt x="0" y="0"/>
                </a:lnTo>
                <a:lnTo>
                  <a:pt x="0" y="2233212"/>
                </a:lnTo>
                <a:lnTo>
                  <a:pt x="2257843" y="2233212"/>
                </a:lnTo>
                <a:lnTo>
                  <a:pt x="22578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9144000" cy="10287000"/>
            <a:chOff x="0" y="0"/>
            <a:chExt cx="240829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1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2408296" cy="2690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438275"/>
            <a:ext cx="7627466" cy="143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endParaRPr lang="en-US" sz="12000" b="1" u="none" strike="noStrike" dirty="0">
              <a:solidFill>
                <a:srgbClr val="F4F6FC"/>
              </a:solidFill>
              <a:latin typeface="TT Ramillas Heavy"/>
              <a:ea typeface="TT Ramillas Heavy"/>
              <a:cs typeface="TT Ramillas Heavy"/>
              <a:sym typeface="TT Ramillas Heav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802807" y="2094985"/>
            <a:ext cx="6456493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5"/>
              </a:lnSpc>
              <a:spcBef>
                <a:spcPct val="0"/>
              </a:spcBef>
            </a:pPr>
            <a:endParaRPr lang="en-US" sz="2196" u="none" strike="noStrike" spc="-65" dirty="0">
              <a:solidFill>
                <a:srgbClr val="00001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802807" y="1411240"/>
            <a:ext cx="6456493" cy="527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780"/>
              </a:lnSpc>
              <a:spcBef>
                <a:spcPct val="0"/>
              </a:spcBef>
            </a:pPr>
            <a:endParaRPr lang="en-US" sz="4200" i="1" u="none" strike="noStrike" spc="-126" dirty="0">
              <a:solidFill>
                <a:srgbClr val="000000"/>
              </a:solidFill>
              <a:latin typeface="TT Ramillas Italics"/>
              <a:ea typeface="TT Ramillas Italics"/>
              <a:cs typeface="TT Ramillas Italics"/>
              <a:sym typeface="TT Ramillas Italics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767060" y="3607121"/>
            <a:ext cx="6492240" cy="0"/>
          </a:xfrm>
          <a:prstGeom prst="line">
            <a:avLst/>
          </a:prstGeom>
          <a:ln w="19050" cap="flat">
            <a:solidFill>
              <a:srgbClr val="000016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" name="AutoShape 16"/>
          <p:cNvSpPr/>
          <p:nvPr/>
        </p:nvSpPr>
        <p:spPr>
          <a:xfrm>
            <a:off x="10767060" y="6441176"/>
            <a:ext cx="6492240" cy="0"/>
          </a:xfrm>
          <a:prstGeom prst="line">
            <a:avLst/>
          </a:prstGeom>
          <a:ln w="19050" cap="flat">
            <a:solidFill>
              <a:srgbClr val="000016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" name="Freeform 17"/>
          <p:cNvSpPr/>
          <p:nvPr/>
        </p:nvSpPr>
        <p:spPr>
          <a:xfrm rot="-10800000">
            <a:off x="0" y="8053788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0" y="0"/>
                </a:moveTo>
                <a:lnTo>
                  <a:pt x="2257843" y="0"/>
                </a:lnTo>
                <a:lnTo>
                  <a:pt x="2257843" y="2233212"/>
                </a:lnTo>
                <a:lnTo>
                  <a:pt x="0" y="2233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18" name="Group 18"/>
          <p:cNvGrpSpPr/>
          <p:nvPr/>
        </p:nvGrpSpPr>
        <p:grpSpPr>
          <a:xfrm rot="2700000">
            <a:off x="-1992031" y="9335308"/>
            <a:ext cx="3086100" cy="308610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 rot="-10800000">
            <a:off x="0" y="8053788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0" y="0"/>
                </a:moveTo>
                <a:lnTo>
                  <a:pt x="2257843" y="0"/>
                </a:lnTo>
                <a:lnTo>
                  <a:pt x="2257843" y="2233212"/>
                </a:lnTo>
                <a:lnTo>
                  <a:pt x="0" y="2233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 rot="5400000" flipH="1">
            <a:off x="16005487" y="65355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2257843" y="0"/>
                </a:moveTo>
                <a:lnTo>
                  <a:pt x="0" y="0"/>
                </a:lnTo>
                <a:lnTo>
                  <a:pt x="0" y="2233213"/>
                </a:lnTo>
                <a:lnTo>
                  <a:pt x="2257843" y="2233213"/>
                </a:lnTo>
                <a:lnTo>
                  <a:pt x="22578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 rot="2700000">
            <a:off x="-1992031" y="9335308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1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700000">
            <a:off x="17299323" y="-1946981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1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921054" y="5100458"/>
            <a:ext cx="8445892" cy="2571082"/>
            <a:chOff x="0" y="0"/>
            <a:chExt cx="2224432" cy="6771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24432" cy="677157"/>
            </a:xfrm>
            <a:custGeom>
              <a:avLst/>
              <a:gdLst/>
              <a:ahLst/>
              <a:cxnLst/>
              <a:rect l="l" t="t" r="r" b="b"/>
              <a:pathLst>
                <a:path w="2224432" h="677157">
                  <a:moveTo>
                    <a:pt x="91665" y="0"/>
                  </a:moveTo>
                  <a:lnTo>
                    <a:pt x="2132767" y="0"/>
                  </a:lnTo>
                  <a:cubicBezTo>
                    <a:pt x="2183393" y="0"/>
                    <a:pt x="2224432" y="41040"/>
                    <a:pt x="2224432" y="91665"/>
                  </a:cubicBezTo>
                  <a:lnTo>
                    <a:pt x="2224432" y="585493"/>
                  </a:lnTo>
                  <a:cubicBezTo>
                    <a:pt x="2224432" y="609804"/>
                    <a:pt x="2214775" y="633119"/>
                    <a:pt x="2197584" y="650309"/>
                  </a:cubicBezTo>
                  <a:cubicBezTo>
                    <a:pt x="2180394" y="667500"/>
                    <a:pt x="2157079" y="677157"/>
                    <a:pt x="2132767" y="677157"/>
                  </a:cubicBezTo>
                  <a:lnTo>
                    <a:pt x="91665" y="677157"/>
                  </a:lnTo>
                  <a:cubicBezTo>
                    <a:pt x="67354" y="677157"/>
                    <a:pt x="44039" y="667500"/>
                    <a:pt x="26848" y="650309"/>
                  </a:cubicBezTo>
                  <a:cubicBezTo>
                    <a:pt x="9658" y="633119"/>
                    <a:pt x="0" y="609804"/>
                    <a:pt x="0" y="585493"/>
                  </a:cubicBezTo>
                  <a:lnTo>
                    <a:pt x="0" y="91665"/>
                  </a:lnTo>
                  <a:cubicBezTo>
                    <a:pt x="0" y="67354"/>
                    <a:pt x="9658" y="44039"/>
                    <a:pt x="26848" y="26848"/>
                  </a:cubicBezTo>
                  <a:cubicBezTo>
                    <a:pt x="44039" y="9658"/>
                    <a:pt x="67354" y="0"/>
                    <a:pt x="91665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2224432" cy="658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10800000">
            <a:off x="0" y="8053788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0" y="0"/>
                </a:moveTo>
                <a:lnTo>
                  <a:pt x="2257843" y="0"/>
                </a:lnTo>
                <a:lnTo>
                  <a:pt x="2257843" y="2233212"/>
                </a:lnTo>
                <a:lnTo>
                  <a:pt x="0" y="2233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5" name="Freeform 5"/>
          <p:cNvSpPr/>
          <p:nvPr/>
        </p:nvSpPr>
        <p:spPr>
          <a:xfrm rot="-10800000" flipH="1">
            <a:off x="16030157" y="8053788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2257843" y="0"/>
                </a:moveTo>
                <a:lnTo>
                  <a:pt x="0" y="0"/>
                </a:lnTo>
                <a:lnTo>
                  <a:pt x="0" y="2233212"/>
                </a:lnTo>
                <a:lnTo>
                  <a:pt x="2257843" y="2233212"/>
                </a:lnTo>
                <a:lnTo>
                  <a:pt x="225784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6" name="Group 6"/>
          <p:cNvGrpSpPr/>
          <p:nvPr/>
        </p:nvGrpSpPr>
        <p:grpSpPr>
          <a:xfrm rot="2700000">
            <a:off x="-1992031" y="9335308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7201921" y="9335308"/>
            <a:ext cx="3086100" cy="30861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034151" y="55692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0" y="0"/>
                </a:moveTo>
                <a:lnTo>
                  <a:pt x="2257844" y="0"/>
                </a:lnTo>
                <a:lnTo>
                  <a:pt x="2257844" y="2233212"/>
                </a:lnTo>
                <a:lnTo>
                  <a:pt x="0" y="2233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3" name="Freeform 13"/>
          <p:cNvSpPr/>
          <p:nvPr/>
        </p:nvSpPr>
        <p:spPr>
          <a:xfrm flipH="1">
            <a:off x="3995" y="55692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2257843" y="0"/>
                </a:moveTo>
                <a:lnTo>
                  <a:pt x="0" y="0"/>
                </a:lnTo>
                <a:lnTo>
                  <a:pt x="0" y="2233212"/>
                </a:lnTo>
                <a:lnTo>
                  <a:pt x="2257843" y="2233212"/>
                </a:lnTo>
                <a:lnTo>
                  <a:pt x="225784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14" name="Group 14"/>
          <p:cNvGrpSpPr/>
          <p:nvPr/>
        </p:nvGrpSpPr>
        <p:grpSpPr>
          <a:xfrm rot="-8100000">
            <a:off x="17197926" y="-2078717"/>
            <a:ext cx="3086100" cy="308610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8100000">
            <a:off x="-1996026" y="-2078717"/>
            <a:ext cx="3086100" cy="308610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47899" y="1646535"/>
            <a:ext cx="2992201" cy="903898"/>
            <a:chOff x="0" y="0"/>
            <a:chExt cx="788069" cy="2380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88069" cy="238064"/>
            </a:xfrm>
            <a:custGeom>
              <a:avLst/>
              <a:gdLst/>
              <a:ahLst/>
              <a:cxnLst/>
              <a:rect l="l" t="t" r="r" b="b"/>
              <a:pathLst>
                <a:path w="788069" h="238064">
                  <a:moveTo>
                    <a:pt x="119032" y="0"/>
                  </a:moveTo>
                  <a:lnTo>
                    <a:pt x="669038" y="0"/>
                  </a:lnTo>
                  <a:cubicBezTo>
                    <a:pt x="734777" y="0"/>
                    <a:pt x="788069" y="53292"/>
                    <a:pt x="788069" y="119032"/>
                  </a:cubicBezTo>
                  <a:lnTo>
                    <a:pt x="788069" y="119032"/>
                  </a:lnTo>
                  <a:cubicBezTo>
                    <a:pt x="788069" y="150601"/>
                    <a:pt x="775529" y="180877"/>
                    <a:pt x="753206" y="203200"/>
                  </a:cubicBezTo>
                  <a:cubicBezTo>
                    <a:pt x="730883" y="225523"/>
                    <a:pt x="700607" y="238064"/>
                    <a:pt x="669038" y="238064"/>
                  </a:cubicBezTo>
                  <a:lnTo>
                    <a:pt x="119032" y="238064"/>
                  </a:lnTo>
                  <a:cubicBezTo>
                    <a:pt x="53292" y="238064"/>
                    <a:pt x="0" y="184771"/>
                    <a:pt x="0" y="119032"/>
                  </a:cubicBezTo>
                  <a:lnTo>
                    <a:pt x="0" y="119032"/>
                  </a:lnTo>
                  <a:cubicBezTo>
                    <a:pt x="0" y="53292"/>
                    <a:pt x="53292" y="0"/>
                    <a:pt x="119032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788069" cy="219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 lang="en-US" sz="2199" b="1" spc="-65" dirty="0">
                <a:solidFill>
                  <a:srgbClr val="000016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14428117" y="0"/>
            <a:ext cx="3035969" cy="3058210"/>
          </a:xfrm>
          <a:custGeom>
            <a:avLst/>
            <a:gdLst/>
            <a:ahLst/>
            <a:cxnLst/>
            <a:rect l="l" t="t" r="r" b="b"/>
            <a:pathLst>
              <a:path w="3035969" h="3058210">
                <a:moveTo>
                  <a:pt x="0" y="0"/>
                </a:moveTo>
                <a:lnTo>
                  <a:pt x="3035969" y="0"/>
                </a:lnTo>
                <a:lnTo>
                  <a:pt x="3035969" y="3058210"/>
                </a:lnTo>
                <a:lnTo>
                  <a:pt x="0" y="3058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14428117" y="6463665"/>
            <a:ext cx="3035969" cy="3058210"/>
          </a:xfrm>
          <a:custGeom>
            <a:avLst/>
            <a:gdLst/>
            <a:ahLst/>
            <a:cxnLst/>
            <a:rect l="l" t="t" r="r" b="b"/>
            <a:pathLst>
              <a:path w="3035969" h="3058210">
                <a:moveTo>
                  <a:pt x="0" y="0"/>
                </a:moveTo>
                <a:lnTo>
                  <a:pt x="3035969" y="0"/>
                </a:lnTo>
                <a:lnTo>
                  <a:pt x="3035969" y="3058210"/>
                </a:lnTo>
                <a:lnTo>
                  <a:pt x="0" y="3058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5" name="Freeform 5"/>
          <p:cNvSpPr/>
          <p:nvPr/>
        </p:nvSpPr>
        <p:spPr>
          <a:xfrm>
            <a:off x="14428117" y="3234005"/>
            <a:ext cx="3035969" cy="3058210"/>
          </a:xfrm>
          <a:custGeom>
            <a:avLst/>
            <a:gdLst/>
            <a:ahLst/>
            <a:cxnLst/>
            <a:rect l="l" t="t" r="r" b="b"/>
            <a:pathLst>
              <a:path w="3035969" h="3058210">
                <a:moveTo>
                  <a:pt x="0" y="0"/>
                </a:moveTo>
                <a:lnTo>
                  <a:pt x="3035969" y="0"/>
                </a:lnTo>
                <a:lnTo>
                  <a:pt x="3035969" y="3058210"/>
                </a:lnTo>
                <a:lnTo>
                  <a:pt x="0" y="3058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>
            <a:off x="14428117" y="9697670"/>
            <a:ext cx="3035969" cy="3058210"/>
          </a:xfrm>
          <a:custGeom>
            <a:avLst/>
            <a:gdLst/>
            <a:ahLst/>
            <a:cxnLst/>
            <a:rect l="l" t="t" r="r" b="b"/>
            <a:pathLst>
              <a:path w="3035969" h="3058210">
                <a:moveTo>
                  <a:pt x="0" y="0"/>
                </a:moveTo>
                <a:lnTo>
                  <a:pt x="3035969" y="0"/>
                </a:lnTo>
                <a:lnTo>
                  <a:pt x="3035969" y="3058210"/>
                </a:lnTo>
                <a:lnTo>
                  <a:pt x="0" y="3058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7" name="Freeform 7"/>
          <p:cNvSpPr/>
          <p:nvPr/>
        </p:nvSpPr>
        <p:spPr>
          <a:xfrm>
            <a:off x="17614497" y="0"/>
            <a:ext cx="3035969" cy="3058210"/>
          </a:xfrm>
          <a:custGeom>
            <a:avLst/>
            <a:gdLst/>
            <a:ahLst/>
            <a:cxnLst/>
            <a:rect l="l" t="t" r="r" b="b"/>
            <a:pathLst>
              <a:path w="3035969" h="3058210">
                <a:moveTo>
                  <a:pt x="0" y="0"/>
                </a:moveTo>
                <a:lnTo>
                  <a:pt x="3035969" y="0"/>
                </a:lnTo>
                <a:lnTo>
                  <a:pt x="3035969" y="3058210"/>
                </a:lnTo>
                <a:lnTo>
                  <a:pt x="0" y="3058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8" name="Freeform 8"/>
          <p:cNvSpPr/>
          <p:nvPr/>
        </p:nvSpPr>
        <p:spPr>
          <a:xfrm>
            <a:off x="17614497" y="6463665"/>
            <a:ext cx="3035969" cy="3058210"/>
          </a:xfrm>
          <a:custGeom>
            <a:avLst/>
            <a:gdLst/>
            <a:ahLst/>
            <a:cxnLst/>
            <a:rect l="l" t="t" r="r" b="b"/>
            <a:pathLst>
              <a:path w="3035969" h="3058210">
                <a:moveTo>
                  <a:pt x="0" y="0"/>
                </a:moveTo>
                <a:lnTo>
                  <a:pt x="3035969" y="0"/>
                </a:lnTo>
                <a:lnTo>
                  <a:pt x="3035969" y="3058210"/>
                </a:lnTo>
                <a:lnTo>
                  <a:pt x="0" y="3058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9" name="Freeform 9"/>
          <p:cNvSpPr/>
          <p:nvPr/>
        </p:nvSpPr>
        <p:spPr>
          <a:xfrm>
            <a:off x="17614497" y="3234005"/>
            <a:ext cx="3035969" cy="3058210"/>
          </a:xfrm>
          <a:custGeom>
            <a:avLst/>
            <a:gdLst/>
            <a:ahLst/>
            <a:cxnLst/>
            <a:rect l="l" t="t" r="r" b="b"/>
            <a:pathLst>
              <a:path w="3035969" h="3058210">
                <a:moveTo>
                  <a:pt x="0" y="0"/>
                </a:moveTo>
                <a:lnTo>
                  <a:pt x="3035969" y="0"/>
                </a:lnTo>
                <a:lnTo>
                  <a:pt x="3035969" y="3058210"/>
                </a:lnTo>
                <a:lnTo>
                  <a:pt x="0" y="3058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0" name="Freeform 10"/>
          <p:cNvSpPr/>
          <p:nvPr/>
        </p:nvSpPr>
        <p:spPr>
          <a:xfrm>
            <a:off x="17614497" y="9697670"/>
            <a:ext cx="3035969" cy="3058210"/>
          </a:xfrm>
          <a:custGeom>
            <a:avLst/>
            <a:gdLst/>
            <a:ahLst/>
            <a:cxnLst/>
            <a:rect l="l" t="t" r="r" b="b"/>
            <a:pathLst>
              <a:path w="3035969" h="3058210">
                <a:moveTo>
                  <a:pt x="0" y="0"/>
                </a:moveTo>
                <a:lnTo>
                  <a:pt x="3035969" y="0"/>
                </a:lnTo>
                <a:lnTo>
                  <a:pt x="3035969" y="3058210"/>
                </a:lnTo>
                <a:lnTo>
                  <a:pt x="0" y="3058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15" name="Group 15"/>
          <p:cNvGrpSpPr/>
          <p:nvPr/>
        </p:nvGrpSpPr>
        <p:grpSpPr>
          <a:xfrm rot="-2700000">
            <a:off x="17299323" y="-1946981"/>
            <a:ext cx="3086100" cy="308610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1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 rot="-10800000">
            <a:off x="0" y="8053788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0" y="0"/>
                </a:moveTo>
                <a:lnTo>
                  <a:pt x="2257843" y="0"/>
                </a:lnTo>
                <a:lnTo>
                  <a:pt x="2257843" y="2233212"/>
                </a:lnTo>
                <a:lnTo>
                  <a:pt x="0" y="2233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 rot="5400000" flipH="1">
            <a:off x="16005487" y="65355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2257843" y="0"/>
                </a:moveTo>
                <a:lnTo>
                  <a:pt x="0" y="0"/>
                </a:lnTo>
                <a:lnTo>
                  <a:pt x="0" y="2233213"/>
                </a:lnTo>
                <a:lnTo>
                  <a:pt x="2257843" y="2233213"/>
                </a:lnTo>
                <a:lnTo>
                  <a:pt x="22578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 rot="2700000">
            <a:off x="-1992031" y="9335308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1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700000">
            <a:off x="17299323" y="-1946981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1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8505" y="4965015"/>
            <a:ext cx="5030480" cy="1625848"/>
            <a:chOff x="0" y="0"/>
            <a:chExt cx="1324900" cy="4282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24900" cy="428207"/>
            </a:xfrm>
            <a:custGeom>
              <a:avLst/>
              <a:gdLst/>
              <a:ahLst/>
              <a:cxnLst/>
              <a:rect l="l" t="t" r="r" b="b"/>
              <a:pathLst>
                <a:path w="1324900" h="428207">
                  <a:moveTo>
                    <a:pt x="153900" y="0"/>
                  </a:moveTo>
                  <a:lnTo>
                    <a:pt x="1171000" y="0"/>
                  </a:lnTo>
                  <a:cubicBezTo>
                    <a:pt x="1255997" y="0"/>
                    <a:pt x="1324900" y="68903"/>
                    <a:pt x="1324900" y="153900"/>
                  </a:cubicBezTo>
                  <a:lnTo>
                    <a:pt x="1324900" y="274307"/>
                  </a:lnTo>
                  <a:cubicBezTo>
                    <a:pt x="1324900" y="359303"/>
                    <a:pt x="1255997" y="428207"/>
                    <a:pt x="1171000" y="428207"/>
                  </a:cubicBezTo>
                  <a:lnTo>
                    <a:pt x="153900" y="428207"/>
                  </a:lnTo>
                  <a:cubicBezTo>
                    <a:pt x="68903" y="428207"/>
                    <a:pt x="0" y="359303"/>
                    <a:pt x="0" y="274307"/>
                  </a:cubicBezTo>
                  <a:lnTo>
                    <a:pt x="0" y="153900"/>
                  </a:lnTo>
                  <a:cubicBezTo>
                    <a:pt x="0" y="68903"/>
                    <a:pt x="68903" y="0"/>
                    <a:pt x="153900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1324900" cy="409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797971" y="7257667"/>
            <a:ext cx="5030480" cy="1625848"/>
            <a:chOff x="0" y="0"/>
            <a:chExt cx="1324900" cy="4282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24900" cy="428207"/>
            </a:xfrm>
            <a:custGeom>
              <a:avLst/>
              <a:gdLst/>
              <a:ahLst/>
              <a:cxnLst/>
              <a:rect l="l" t="t" r="r" b="b"/>
              <a:pathLst>
                <a:path w="1324900" h="428207">
                  <a:moveTo>
                    <a:pt x="153900" y="0"/>
                  </a:moveTo>
                  <a:lnTo>
                    <a:pt x="1171000" y="0"/>
                  </a:lnTo>
                  <a:cubicBezTo>
                    <a:pt x="1255997" y="0"/>
                    <a:pt x="1324900" y="68903"/>
                    <a:pt x="1324900" y="153900"/>
                  </a:cubicBezTo>
                  <a:lnTo>
                    <a:pt x="1324900" y="274307"/>
                  </a:lnTo>
                  <a:cubicBezTo>
                    <a:pt x="1324900" y="359303"/>
                    <a:pt x="1255997" y="428207"/>
                    <a:pt x="1171000" y="428207"/>
                  </a:cubicBezTo>
                  <a:lnTo>
                    <a:pt x="153900" y="428207"/>
                  </a:lnTo>
                  <a:cubicBezTo>
                    <a:pt x="68903" y="428207"/>
                    <a:pt x="0" y="359303"/>
                    <a:pt x="0" y="274307"/>
                  </a:cubicBezTo>
                  <a:lnTo>
                    <a:pt x="0" y="153900"/>
                  </a:lnTo>
                  <a:cubicBezTo>
                    <a:pt x="0" y="68903"/>
                    <a:pt x="68903" y="0"/>
                    <a:pt x="153900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1324900" cy="409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85382" y="7169760"/>
            <a:ext cx="5030480" cy="1625848"/>
            <a:chOff x="0" y="0"/>
            <a:chExt cx="1324900" cy="42820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24900" cy="428207"/>
            </a:xfrm>
            <a:custGeom>
              <a:avLst/>
              <a:gdLst/>
              <a:ahLst/>
              <a:cxnLst/>
              <a:rect l="l" t="t" r="r" b="b"/>
              <a:pathLst>
                <a:path w="1324900" h="428207">
                  <a:moveTo>
                    <a:pt x="153900" y="0"/>
                  </a:moveTo>
                  <a:lnTo>
                    <a:pt x="1171000" y="0"/>
                  </a:lnTo>
                  <a:cubicBezTo>
                    <a:pt x="1255997" y="0"/>
                    <a:pt x="1324900" y="68903"/>
                    <a:pt x="1324900" y="153900"/>
                  </a:cubicBezTo>
                  <a:lnTo>
                    <a:pt x="1324900" y="274307"/>
                  </a:lnTo>
                  <a:cubicBezTo>
                    <a:pt x="1324900" y="359303"/>
                    <a:pt x="1255997" y="428207"/>
                    <a:pt x="1171000" y="428207"/>
                  </a:cubicBezTo>
                  <a:lnTo>
                    <a:pt x="153900" y="428207"/>
                  </a:lnTo>
                  <a:cubicBezTo>
                    <a:pt x="68903" y="428207"/>
                    <a:pt x="0" y="359303"/>
                    <a:pt x="0" y="274307"/>
                  </a:cubicBezTo>
                  <a:lnTo>
                    <a:pt x="0" y="153900"/>
                  </a:lnTo>
                  <a:cubicBezTo>
                    <a:pt x="0" y="68903"/>
                    <a:pt x="68903" y="0"/>
                    <a:pt x="153900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1324900" cy="409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29909" y="4965015"/>
            <a:ext cx="5030480" cy="1625848"/>
            <a:chOff x="0" y="0"/>
            <a:chExt cx="1324900" cy="42820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24900" cy="428207"/>
            </a:xfrm>
            <a:custGeom>
              <a:avLst/>
              <a:gdLst/>
              <a:ahLst/>
              <a:cxnLst/>
              <a:rect l="l" t="t" r="r" b="b"/>
              <a:pathLst>
                <a:path w="1324900" h="428207">
                  <a:moveTo>
                    <a:pt x="153900" y="0"/>
                  </a:moveTo>
                  <a:lnTo>
                    <a:pt x="1171000" y="0"/>
                  </a:lnTo>
                  <a:cubicBezTo>
                    <a:pt x="1255997" y="0"/>
                    <a:pt x="1324900" y="68903"/>
                    <a:pt x="1324900" y="153900"/>
                  </a:cubicBezTo>
                  <a:lnTo>
                    <a:pt x="1324900" y="274307"/>
                  </a:lnTo>
                  <a:cubicBezTo>
                    <a:pt x="1324900" y="359303"/>
                    <a:pt x="1255997" y="428207"/>
                    <a:pt x="1171000" y="428207"/>
                  </a:cubicBezTo>
                  <a:lnTo>
                    <a:pt x="153900" y="428207"/>
                  </a:lnTo>
                  <a:cubicBezTo>
                    <a:pt x="68903" y="428207"/>
                    <a:pt x="0" y="359303"/>
                    <a:pt x="0" y="274307"/>
                  </a:cubicBezTo>
                  <a:lnTo>
                    <a:pt x="0" y="153900"/>
                  </a:lnTo>
                  <a:cubicBezTo>
                    <a:pt x="0" y="68903"/>
                    <a:pt x="68903" y="0"/>
                    <a:pt x="153900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1324900" cy="409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089014" y="4965015"/>
            <a:ext cx="5030480" cy="1625848"/>
            <a:chOff x="0" y="0"/>
            <a:chExt cx="1324900" cy="42820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24900" cy="428207"/>
            </a:xfrm>
            <a:custGeom>
              <a:avLst/>
              <a:gdLst/>
              <a:ahLst/>
              <a:cxnLst/>
              <a:rect l="l" t="t" r="r" b="b"/>
              <a:pathLst>
                <a:path w="1324900" h="428207">
                  <a:moveTo>
                    <a:pt x="153900" y="0"/>
                  </a:moveTo>
                  <a:lnTo>
                    <a:pt x="1171000" y="0"/>
                  </a:lnTo>
                  <a:cubicBezTo>
                    <a:pt x="1255997" y="0"/>
                    <a:pt x="1324900" y="68903"/>
                    <a:pt x="1324900" y="153900"/>
                  </a:cubicBezTo>
                  <a:lnTo>
                    <a:pt x="1324900" y="274307"/>
                  </a:lnTo>
                  <a:cubicBezTo>
                    <a:pt x="1324900" y="359303"/>
                    <a:pt x="1255997" y="428207"/>
                    <a:pt x="1171000" y="428207"/>
                  </a:cubicBezTo>
                  <a:lnTo>
                    <a:pt x="153900" y="428207"/>
                  </a:lnTo>
                  <a:cubicBezTo>
                    <a:pt x="68903" y="428207"/>
                    <a:pt x="0" y="359303"/>
                    <a:pt x="0" y="274307"/>
                  </a:cubicBezTo>
                  <a:lnTo>
                    <a:pt x="0" y="153900"/>
                  </a:lnTo>
                  <a:cubicBezTo>
                    <a:pt x="0" y="68903"/>
                    <a:pt x="68903" y="0"/>
                    <a:pt x="153900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19050"/>
              <a:ext cx="1324900" cy="409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590974" y="1746386"/>
            <a:ext cx="13106053" cy="147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/>
        </p:txBody>
      </p:sp>
      <p:sp>
        <p:nvSpPr>
          <p:cNvPr id="5" name="Freeform 5"/>
          <p:cNvSpPr/>
          <p:nvPr/>
        </p:nvSpPr>
        <p:spPr>
          <a:xfrm rot="-10800000">
            <a:off x="0" y="8053788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0" y="0"/>
                </a:moveTo>
                <a:lnTo>
                  <a:pt x="2257843" y="0"/>
                </a:lnTo>
                <a:lnTo>
                  <a:pt x="2257843" y="2233212"/>
                </a:lnTo>
                <a:lnTo>
                  <a:pt x="0" y="2233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 rot="-10800000" flipH="1">
            <a:off x="16030157" y="8053788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2257843" y="0"/>
                </a:moveTo>
                <a:lnTo>
                  <a:pt x="0" y="0"/>
                </a:lnTo>
                <a:lnTo>
                  <a:pt x="0" y="2233212"/>
                </a:lnTo>
                <a:lnTo>
                  <a:pt x="2257843" y="2233212"/>
                </a:lnTo>
                <a:lnTo>
                  <a:pt x="22578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7" name="Group 7"/>
          <p:cNvGrpSpPr/>
          <p:nvPr/>
        </p:nvGrpSpPr>
        <p:grpSpPr>
          <a:xfrm rot="2700000">
            <a:off x="-1992031" y="9335308"/>
            <a:ext cx="3086100" cy="308610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1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7201921" y="9335308"/>
            <a:ext cx="3086100" cy="30861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1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034151" y="55692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0" y="0"/>
                </a:moveTo>
                <a:lnTo>
                  <a:pt x="2257844" y="0"/>
                </a:lnTo>
                <a:lnTo>
                  <a:pt x="2257844" y="2233212"/>
                </a:lnTo>
                <a:lnTo>
                  <a:pt x="0" y="2233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14"/>
          <p:cNvSpPr/>
          <p:nvPr/>
        </p:nvSpPr>
        <p:spPr>
          <a:xfrm flipH="1">
            <a:off x="3995" y="55692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2257843" y="0"/>
                </a:moveTo>
                <a:lnTo>
                  <a:pt x="0" y="0"/>
                </a:lnTo>
                <a:lnTo>
                  <a:pt x="0" y="2233212"/>
                </a:lnTo>
                <a:lnTo>
                  <a:pt x="2257843" y="2233212"/>
                </a:lnTo>
                <a:lnTo>
                  <a:pt x="22578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15" name="Group 15"/>
          <p:cNvGrpSpPr/>
          <p:nvPr/>
        </p:nvGrpSpPr>
        <p:grpSpPr>
          <a:xfrm rot="-8100000">
            <a:off x="17197926" y="-2078717"/>
            <a:ext cx="3086100" cy="308610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1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8100000">
            <a:off x="-1996026" y="-2078717"/>
            <a:ext cx="3086100" cy="308610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1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9144000" y="0"/>
            <a:ext cx="9144000" cy="10287000"/>
            <a:chOff x="0" y="0"/>
            <a:chExt cx="240829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1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2408296" cy="2690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>
            <a:off x="16008932" y="8042548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0" y="0"/>
                </a:moveTo>
                <a:lnTo>
                  <a:pt x="2257844" y="0"/>
                </a:lnTo>
                <a:lnTo>
                  <a:pt x="2257844" y="2233212"/>
                </a:lnTo>
                <a:lnTo>
                  <a:pt x="0" y="2233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10" name="Group 10"/>
          <p:cNvGrpSpPr/>
          <p:nvPr/>
        </p:nvGrpSpPr>
        <p:grpSpPr>
          <a:xfrm rot="-2700000">
            <a:off x="17302769" y="9194007"/>
            <a:ext cx="3086100" cy="30861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2">
            <a:extLst>
              <a:ext uri="{FF2B5EF4-FFF2-40B4-BE49-F238E27FC236}">
                <a16:creationId xmlns:a16="http://schemas.microsoft.com/office/drawing/2014/main" id="{67E05AE2-0E23-FE35-AEE7-C2111F578642}"/>
              </a:ext>
            </a:extLst>
          </p:cNvPr>
          <p:cNvSpPr/>
          <p:nvPr/>
        </p:nvSpPr>
        <p:spPr>
          <a:xfrm>
            <a:off x="51125" y="2667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 rot="-10800000">
            <a:off x="0" y="8053788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0" y="0"/>
                </a:moveTo>
                <a:lnTo>
                  <a:pt x="2257843" y="0"/>
                </a:lnTo>
                <a:lnTo>
                  <a:pt x="2257843" y="2233212"/>
                </a:lnTo>
                <a:lnTo>
                  <a:pt x="0" y="2233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 rot="5400000" flipH="1">
            <a:off x="16005487" y="65355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2257843" y="0"/>
                </a:moveTo>
                <a:lnTo>
                  <a:pt x="0" y="0"/>
                </a:lnTo>
                <a:lnTo>
                  <a:pt x="0" y="2233213"/>
                </a:lnTo>
                <a:lnTo>
                  <a:pt x="2257843" y="2233213"/>
                </a:lnTo>
                <a:lnTo>
                  <a:pt x="22578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 rot="2700000">
            <a:off x="-1992031" y="9335308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1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700000">
            <a:off x="17299323" y="-1946981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1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8505" y="4287629"/>
            <a:ext cx="5030480" cy="4481465"/>
            <a:chOff x="0" y="0"/>
            <a:chExt cx="1324900" cy="11803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24900" cy="1180304"/>
            </a:xfrm>
            <a:custGeom>
              <a:avLst/>
              <a:gdLst/>
              <a:ahLst/>
              <a:cxnLst/>
              <a:rect l="l" t="t" r="r" b="b"/>
              <a:pathLst>
                <a:path w="1324900" h="1180304">
                  <a:moveTo>
                    <a:pt x="153900" y="0"/>
                  </a:moveTo>
                  <a:lnTo>
                    <a:pt x="1171000" y="0"/>
                  </a:lnTo>
                  <a:cubicBezTo>
                    <a:pt x="1255997" y="0"/>
                    <a:pt x="1324900" y="68903"/>
                    <a:pt x="1324900" y="153900"/>
                  </a:cubicBezTo>
                  <a:lnTo>
                    <a:pt x="1324900" y="1026403"/>
                  </a:lnTo>
                  <a:cubicBezTo>
                    <a:pt x="1324900" y="1111400"/>
                    <a:pt x="1255997" y="1180304"/>
                    <a:pt x="1171000" y="1180304"/>
                  </a:cubicBezTo>
                  <a:lnTo>
                    <a:pt x="153900" y="1180304"/>
                  </a:lnTo>
                  <a:cubicBezTo>
                    <a:pt x="68903" y="1180304"/>
                    <a:pt x="0" y="1111400"/>
                    <a:pt x="0" y="1026403"/>
                  </a:cubicBezTo>
                  <a:lnTo>
                    <a:pt x="0" y="153900"/>
                  </a:lnTo>
                  <a:cubicBezTo>
                    <a:pt x="0" y="68903"/>
                    <a:pt x="68903" y="0"/>
                    <a:pt x="153900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23825"/>
              <a:ext cx="1324900" cy="10564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l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85872" y="4287629"/>
            <a:ext cx="5030480" cy="4481465"/>
            <a:chOff x="0" y="0"/>
            <a:chExt cx="1324900" cy="11803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24900" cy="1180304"/>
            </a:xfrm>
            <a:custGeom>
              <a:avLst/>
              <a:gdLst/>
              <a:ahLst/>
              <a:cxnLst/>
              <a:rect l="l" t="t" r="r" b="b"/>
              <a:pathLst>
                <a:path w="1324900" h="1180304">
                  <a:moveTo>
                    <a:pt x="153900" y="0"/>
                  </a:moveTo>
                  <a:lnTo>
                    <a:pt x="1171000" y="0"/>
                  </a:lnTo>
                  <a:cubicBezTo>
                    <a:pt x="1255997" y="0"/>
                    <a:pt x="1324900" y="68903"/>
                    <a:pt x="1324900" y="153900"/>
                  </a:cubicBezTo>
                  <a:lnTo>
                    <a:pt x="1324900" y="1026403"/>
                  </a:lnTo>
                  <a:cubicBezTo>
                    <a:pt x="1324900" y="1111400"/>
                    <a:pt x="1255997" y="1180304"/>
                    <a:pt x="1171000" y="1180304"/>
                  </a:cubicBezTo>
                  <a:lnTo>
                    <a:pt x="153900" y="1180304"/>
                  </a:lnTo>
                  <a:cubicBezTo>
                    <a:pt x="68903" y="1180304"/>
                    <a:pt x="0" y="1111400"/>
                    <a:pt x="0" y="1026403"/>
                  </a:cubicBezTo>
                  <a:lnTo>
                    <a:pt x="0" y="153900"/>
                  </a:lnTo>
                  <a:cubicBezTo>
                    <a:pt x="0" y="68903"/>
                    <a:pt x="68903" y="0"/>
                    <a:pt x="153900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23825"/>
              <a:ext cx="1324900" cy="10564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l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28820" y="4287629"/>
            <a:ext cx="5030480" cy="4481465"/>
            <a:chOff x="0" y="0"/>
            <a:chExt cx="1324900" cy="118030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24900" cy="1180304"/>
            </a:xfrm>
            <a:custGeom>
              <a:avLst/>
              <a:gdLst/>
              <a:ahLst/>
              <a:cxnLst/>
              <a:rect l="l" t="t" r="r" b="b"/>
              <a:pathLst>
                <a:path w="1324900" h="1180304">
                  <a:moveTo>
                    <a:pt x="153900" y="0"/>
                  </a:moveTo>
                  <a:lnTo>
                    <a:pt x="1171000" y="0"/>
                  </a:lnTo>
                  <a:cubicBezTo>
                    <a:pt x="1255997" y="0"/>
                    <a:pt x="1324900" y="68903"/>
                    <a:pt x="1324900" y="153900"/>
                  </a:cubicBezTo>
                  <a:lnTo>
                    <a:pt x="1324900" y="1026403"/>
                  </a:lnTo>
                  <a:cubicBezTo>
                    <a:pt x="1324900" y="1111400"/>
                    <a:pt x="1255997" y="1180304"/>
                    <a:pt x="1171000" y="1180304"/>
                  </a:cubicBezTo>
                  <a:lnTo>
                    <a:pt x="153900" y="1180304"/>
                  </a:lnTo>
                  <a:cubicBezTo>
                    <a:pt x="68903" y="1180304"/>
                    <a:pt x="0" y="1111400"/>
                    <a:pt x="0" y="1026403"/>
                  </a:cubicBezTo>
                  <a:lnTo>
                    <a:pt x="0" y="153900"/>
                  </a:lnTo>
                  <a:cubicBezTo>
                    <a:pt x="0" y="68903"/>
                    <a:pt x="68903" y="0"/>
                    <a:pt x="153900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23825"/>
              <a:ext cx="1324900" cy="10564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l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590974" y="1371600"/>
            <a:ext cx="13106053" cy="147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9498" y="1028701"/>
            <a:ext cx="16230600" cy="8229600"/>
            <a:chOff x="14067" y="-23744"/>
            <a:chExt cx="2514545" cy="1274980"/>
          </a:xfrm>
        </p:grpSpPr>
        <p:sp>
          <p:nvSpPr>
            <p:cNvPr id="3" name="Freeform 3"/>
            <p:cNvSpPr/>
            <p:nvPr/>
          </p:nvSpPr>
          <p:spPr>
            <a:xfrm>
              <a:off x="14067" y="-23744"/>
              <a:ext cx="2514545" cy="1274980"/>
            </a:xfrm>
            <a:custGeom>
              <a:avLst/>
              <a:gdLst/>
              <a:ahLst/>
              <a:cxnLst/>
              <a:rect l="l" t="t" r="r" b="b"/>
              <a:pathLst>
                <a:path w="2514545" h="1274980">
                  <a:moveTo>
                    <a:pt x="0" y="0"/>
                  </a:moveTo>
                  <a:lnTo>
                    <a:pt x="2514545" y="0"/>
                  </a:lnTo>
                  <a:lnTo>
                    <a:pt x="2514545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t="-71787" r="-58960" b="-141718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4" name="Freeform 4"/>
          <p:cNvSpPr/>
          <p:nvPr/>
        </p:nvSpPr>
        <p:spPr>
          <a:xfrm rot="-10800000">
            <a:off x="0" y="8053788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0" y="0"/>
                </a:moveTo>
                <a:lnTo>
                  <a:pt x="2257843" y="0"/>
                </a:lnTo>
                <a:lnTo>
                  <a:pt x="2257843" y="2233212"/>
                </a:lnTo>
                <a:lnTo>
                  <a:pt x="0" y="2233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 rot="2700000">
            <a:off x="-1992031" y="9335308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400000" flipH="1">
            <a:off x="16005487" y="65355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2257843" y="0"/>
                </a:moveTo>
                <a:lnTo>
                  <a:pt x="0" y="0"/>
                </a:lnTo>
                <a:lnTo>
                  <a:pt x="0" y="2233213"/>
                </a:lnTo>
                <a:lnTo>
                  <a:pt x="2257843" y="2233213"/>
                </a:lnTo>
                <a:lnTo>
                  <a:pt x="22578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 rot="-2700000">
            <a:off x="17299323" y="-1946981"/>
            <a:ext cx="3086100" cy="30861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8053788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0" y="0"/>
                </a:moveTo>
                <a:lnTo>
                  <a:pt x="2257843" y="0"/>
                </a:lnTo>
                <a:lnTo>
                  <a:pt x="2257843" y="2233212"/>
                </a:lnTo>
                <a:lnTo>
                  <a:pt x="0" y="2233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 rot="-10800000" flipH="1">
            <a:off x="16030157" y="8053788"/>
            <a:ext cx="2257843" cy="2233212"/>
          </a:xfrm>
          <a:custGeom>
            <a:avLst/>
            <a:gdLst/>
            <a:ahLst/>
            <a:cxnLst/>
            <a:rect l="l" t="t" r="r" b="b"/>
            <a:pathLst>
              <a:path w="2257843" h="2233212">
                <a:moveTo>
                  <a:pt x="2257843" y="0"/>
                </a:moveTo>
                <a:lnTo>
                  <a:pt x="0" y="0"/>
                </a:lnTo>
                <a:lnTo>
                  <a:pt x="0" y="2233212"/>
                </a:lnTo>
                <a:lnTo>
                  <a:pt x="2257843" y="2233212"/>
                </a:lnTo>
                <a:lnTo>
                  <a:pt x="225784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4" name="Group 4"/>
          <p:cNvGrpSpPr/>
          <p:nvPr/>
        </p:nvGrpSpPr>
        <p:grpSpPr>
          <a:xfrm rot="2700000">
            <a:off x="-1992031" y="9335308"/>
            <a:ext cx="3086100" cy="30861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2700000">
            <a:off x="17201921" y="9335308"/>
            <a:ext cx="3086100" cy="308610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29226" y="3663062"/>
            <a:ext cx="14829547" cy="222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grpSp>
        <p:nvGrpSpPr>
          <p:cNvPr id="12" name="Group 12"/>
          <p:cNvGrpSpPr/>
          <p:nvPr/>
        </p:nvGrpSpPr>
        <p:grpSpPr>
          <a:xfrm>
            <a:off x="7647899" y="7287809"/>
            <a:ext cx="2992201" cy="903898"/>
            <a:chOff x="0" y="0"/>
            <a:chExt cx="788069" cy="2380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88069" cy="238064"/>
            </a:xfrm>
            <a:custGeom>
              <a:avLst/>
              <a:gdLst/>
              <a:ahLst/>
              <a:cxnLst/>
              <a:rect l="l" t="t" r="r" b="b"/>
              <a:pathLst>
                <a:path w="788069" h="238064">
                  <a:moveTo>
                    <a:pt x="119032" y="0"/>
                  </a:moveTo>
                  <a:lnTo>
                    <a:pt x="669038" y="0"/>
                  </a:lnTo>
                  <a:cubicBezTo>
                    <a:pt x="734777" y="0"/>
                    <a:pt x="788069" y="53292"/>
                    <a:pt x="788069" y="119032"/>
                  </a:cubicBezTo>
                  <a:lnTo>
                    <a:pt x="788069" y="119032"/>
                  </a:lnTo>
                  <a:cubicBezTo>
                    <a:pt x="788069" y="150601"/>
                    <a:pt x="775529" y="180877"/>
                    <a:pt x="753206" y="203200"/>
                  </a:cubicBezTo>
                  <a:cubicBezTo>
                    <a:pt x="730883" y="225523"/>
                    <a:pt x="700607" y="238064"/>
                    <a:pt x="669038" y="238064"/>
                  </a:cubicBezTo>
                  <a:lnTo>
                    <a:pt x="119032" y="238064"/>
                  </a:lnTo>
                  <a:cubicBezTo>
                    <a:pt x="53292" y="238064"/>
                    <a:pt x="0" y="184771"/>
                    <a:pt x="0" y="119032"/>
                  </a:cubicBezTo>
                  <a:lnTo>
                    <a:pt x="0" y="119032"/>
                  </a:lnTo>
                  <a:cubicBezTo>
                    <a:pt x="0" y="53292"/>
                    <a:pt x="53292" y="0"/>
                    <a:pt x="119032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788069" cy="219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 lang="en-US" sz="2199" b="1" spc="-65" dirty="0">
                <a:solidFill>
                  <a:srgbClr val="000016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</Words>
  <Application>Microsoft Office PowerPoint</Application>
  <PresentationFormat>Custom</PresentationFormat>
  <Paragraphs>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TT Ramillas Italics</vt:lpstr>
      <vt:lpstr>Calibri</vt:lpstr>
      <vt:lpstr>Open Sauce</vt:lpstr>
      <vt:lpstr>Open Sauce Semi-Bold</vt:lpstr>
      <vt:lpstr>Arial</vt:lpstr>
      <vt:lpstr>Open Sauce Medium</vt:lpstr>
      <vt:lpstr>TT Ramillas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Sunday Sermon Church Presentation</dc:title>
  <cp:lastModifiedBy>Sharvesh S</cp:lastModifiedBy>
  <cp:revision>2</cp:revision>
  <dcterms:created xsi:type="dcterms:W3CDTF">2006-08-16T00:00:00Z</dcterms:created>
  <dcterms:modified xsi:type="dcterms:W3CDTF">2025-12-18T09:24:48Z</dcterms:modified>
  <dc:identifier>DAG54b0vKYA</dc:identifier>
</cp:coreProperties>
</file>