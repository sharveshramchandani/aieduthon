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.svg" ContentType="image/svg+xml"/>
  <Override PartName="/ppt/media/image13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3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.svg" ContentType="image/svg+xml"/>
  <Override PartName="/ppt/media/image7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Agrandir Bold" charset="1" panose="00000800000000000000"/>
      <p:regular r:id="rId17"/>
    </p:embeddedFont>
    <p:embeddedFont>
      <p:font typeface="Agrandir" charset="1" panose="00000500000000000000"/>
      <p:regular r:id="rId18"/>
    </p:embeddedFont>
    <p:embeddedFont>
      <p:font typeface="Agrandir Medium" charset="1" panose="00000600000000000000"/>
      <p:regular r:id="rId19"/>
    </p:embeddedFont>
    <p:embeddedFont>
      <p:font typeface="Montserrat" charset="1" panose="00000500000000000000"/>
      <p:regular r:id="rId20"/>
    </p:embeddedFont>
    <p:embeddedFont>
      <p:font typeface="Montserrat Medium" charset="1" panose="0000060000000000000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Relationship Id="rId6" Type="http://schemas.openxmlformats.org/officeDocument/2006/relationships/image" Target="../media/image5.svg"/><Relationship Id="rId7" Type="http://schemas.openxmlformats.org/officeDocument/2006/relationships/image" Target="../media/image6.png"/><Relationship Id="rId8" Type="http://schemas.openxmlformats.org/officeDocument/2006/relationships/image" Target="../media/image7.sv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0.png"/><Relationship Id="rId12" Type="http://schemas.openxmlformats.org/officeDocument/2006/relationships/image" Target="../media/image11.svg"/><Relationship Id="rId13" Type="http://schemas.openxmlformats.org/officeDocument/2006/relationships/image" Target="../media/image12.png"/><Relationship Id="rId14" Type="http://schemas.openxmlformats.org/officeDocument/2006/relationships/image" Target="../media/image13.svg"/><Relationship Id="rId15" Type="http://schemas.openxmlformats.org/officeDocument/2006/relationships/image" Target="../media/image14.png"/><Relationship Id="rId16" Type="http://schemas.openxmlformats.org/officeDocument/2006/relationships/image" Target="../media/image15.svg"/><Relationship Id="rId17" Type="http://schemas.openxmlformats.org/officeDocument/2006/relationships/image" Target="../media/image16.png"/><Relationship Id="rId18" Type="http://schemas.openxmlformats.org/officeDocument/2006/relationships/image" Target="../media/image17.svg"/><Relationship Id="rId19" Type="http://schemas.openxmlformats.org/officeDocument/2006/relationships/image" Target="../media/image18.png"/><Relationship Id="rId20" Type="http://schemas.openxmlformats.org/officeDocument/2006/relationships/image" Target="../media/image19.svg"/><Relationship Id="rId21" Type="http://schemas.openxmlformats.org/officeDocument/2006/relationships/image" Target="../media/image20.png"/><Relationship Id="rId22" Type="http://schemas.openxmlformats.org/officeDocument/2006/relationships/image" Target="../media/image21.svg"/><Relationship Id="rId23" Type="http://schemas.openxmlformats.org/officeDocument/2006/relationships/image" Target="../media/image22.png"/><Relationship Id="rId24" Type="http://schemas.openxmlformats.org/officeDocument/2006/relationships/image" Target="../media/image23.svg"/><Relationship Id="rId25" Type="http://schemas.openxmlformats.org/officeDocument/2006/relationships/image" Target="../media/image24.png"/><Relationship Id="rId26" Type="http://schemas.openxmlformats.org/officeDocument/2006/relationships/image" Target="../media/image25.svg"/><Relationship Id="rId27" Type="http://schemas.openxmlformats.org/officeDocument/2006/relationships/image" Target="../media/image26.png"/><Relationship Id="rId28" Type="http://schemas.openxmlformats.org/officeDocument/2006/relationships/image" Target="../media/image27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14.png"/><Relationship Id="rId4" Type="http://schemas.openxmlformats.org/officeDocument/2006/relationships/image" Target="../media/image15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eg"/><Relationship Id="rId3" Type="http://schemas.openxmlformats.org/officeDocument/2006/relationships/image" Target="../media/image29.png"/><Relationship Id="rId4" Type="http://schemas.openxmlformats.org/officeDocument/2006/relationships/image" Target="../media/image30.svg"/><Relationship Id="rId5" Type="http://schemas.openxmlformats.org/officeDocument/2006/relationships/image" Target="../media/image31.png"/><Relationship Id="rId6" Type="http://schemas.openxmlformats.org/officeDocument/2006/relationships/image" Target="../media/image32.svg"/><Relationship Id="rId7" Type="http://schemas.openxmlformats.org/officeDocument/2006/relationships/image" Target="../media/image33.png"/><Relationship Id="rId8" Type="http://schemas.openxmlformats.org/officeDocument/2006/relationships/image" Target="../media/image34.svg"/><Relationship Id="rId9" Type="http://schemas.openxmlformats.org/officeDocument/2006/relationships/image" Target="../media/image35.png"/><Relationship Id="rId10" Type="http://schemas.openxmlformats.org/officeDocument/2006/relationships/image" Target="../media/image36.svg"/><Relationship Id="rId11" Type="http://schemas.openxmlformats.org/officeDocument/2006/relationships/image" Target="../media/image37.png"/><Relationship Id="rId12" Type="http://schemas.openxmlformats.org/officeDocument/2006/relationships/image" Target="../media/image38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9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10.png"/><Relationship Id="rId4" Type="http://schemas.openxmlformats.org/officeDocument/2006/relationships/image" Target="../media/image11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eg"/><Relationship Id="rId3" Type="http://schemas.openxmlformats.org/officeDocument/2006/relationships/image" Target="../media/image40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e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eg"/><Relationship Id="rId3" Type="http://schemas.openxmlformats.org/officeDocument/2006/relationships/image" Target="../media/image33.png"/><Relationship Id="rId4" Type="http://schemas.openxmlformats.org/officeDocument/2006/relationships/image" Target="../media/image3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3.png"/><Relationship Id="rId4" Type="http://schemas.openxmlformats.org/officeDocument/2006/relationships/image" Target="../media/image44.svg"/><Relationship Id="rId5" Type="http://schemas.openxmlformats.org/officeDocument/2006/relationships/image" Target="../media/image2.png"/><Relationship Id="rId6" Type="http://schemas.openxmlformats.org/officeDocument/2006/relationships/image" Target="../media/image3.svg"/><Relationship Id="rId7" Type="http://schemas.openxmlformats.org/officeDocument/2006/relationships/image" Target="../media/image4.png"/><Relationship Id="rId8" Type="http://schemas.openxmlformats.org/officeDocument/2006/relationships/image" Target="../media/image5.svg"/><Relationship Id="rId9" Type="http://schemas.openxmlformats.org/officeDocument/2006/relationships/image" Target="../media/image45.png"/><Relationship Id="rId10" Type="http://schemas.openxmlformats.org/officeDocument/2006/relationships/image" Target="../media/image46.svg"/><Relationship Id="rId11" Type="http://schemas.openxmlformats.org/officeDocument/2006/relationships/image" Target="../media/image6.png"/><Relationship Id="rId12" Type="http://schemas.openxmlformats.org/officeDocument/2006/relationships/image" Target="../media/image7.svg"/><Relationship Id="rId13" Type="http://schemas.openxmlformats.org/officeDocument/2006/relationships/image" Target="../media/image8.png"/><Relationship Id="rId14" Type="http://schemas.openxmlformats.org/officeDocument/2006/relationships/image" Target="../media/image9.svg"/><Relationship Id="rId15" Type="http://schemas.openxmlformats.org/officeDocument/2006/relationships/image" Target="../media/image10.png"/><Relationship Id="rId16" Type="http://schemas.openxmlformats.org/officeDocument/2006/relationships/image" Target="../media/image11.svg"/><Relationship Id="rId17" Type="http://schemas.openxmlformats.org/officeDocument/2006/relationships/image" Target="../media/image12.png"/><Relationship Id="rId18" Type="http://schemas.openxmlformats.org/officeDocument/2006/relationships/image" Target="../media/image13.svg"/><Relationship Id="rId19" Type="http://schemas.openxmlformats.org/officeDocument/2006/relationships/image" Target="../media/image14.png"/><Relationship Id="rId20" Type="http://schemas.openxmlformats.org/officeDocument/2006/relationships/image" Target="../media/image15.svg"/><Relationship Id="rId21" Type="http://schemas.openxmlformats.org/officeDocument/2006/relationships/image" Target="../media/image16.png"/><Relationship Id="rId22" Type="http://schemas.openxmlformats.org/officeDocument/2006/relationships/image" Target="../media/image17.svg"/><Relationship Id="rId23" Type="http://schemas.openxmlformats.org/officeDocument/2006/relationships/image" Target="../media/image18.png"/><Relationship Id="rId24" Type="http://schemas.openxmlformats.org/officeDocument/2006/relationships/image" Target="../media/image19.svg"/><Relationship Id="rId25" Type="http://schemas.openxmlformats.org/officeDocument/2006/relationships/image" Target="../media/image20.png"/><Relationship Id="rId26" Type="http://schemas.openxmlformats.org/officeDocument/2006/relationships/image" Target="../media/image21.svg"/><Relationship Id="rId27" Type="http://schemas.openxmlformats.org/officeDocument/2006/relationships/image" Target="../media/image22.png"/><Relationship Id="rId28" Type="http://schemas.openxmlformats.org/officeDocument/2006/relationships/image" Target="../media/image23.svg"/><Relationship Id="rId29" Type="http://schemas.openxmlformats.org/officeDocument/2006/relationships/image" Target="../media/image47.png"/><Relationship Id="rId30" Type="http://schemas.openxmlformats.org/officeDocument/2006/relationships/image" Target="../media/image48.sv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13234198" y="-1294275"/>
            <a:ext cx="2832552" cy="2588549"/>
          </a:xfrm>
          <a:custGeom>
            <a:avLst/>
            <a:gdLst/>
            <a:ahLst/>
            <a:cxnLst/>
            <a:rect r="r" b="b" t="t" l="l"/>
            <a:pathLst>
              <a:path h="2588549" w="2832552">
                <a:moveTo>
                  <a:pt x="0" y="0"/>
                </a:moveTo>
                <a:lnTo>
                  <a:pt x="2832551" y="0"/>
                </a:lnTo>
                <a:lnTo>
                  <a:pt x="2832551" y="2588550"/>
                </a:lnTo>
                <a:lnTo>
                  <a:pt x="0" y="258855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6543507" y="-689971"/>
            <a:ext cx="2803900" cy="2414053"/>
          </a:xfrm>
          <a:custGeom>
            <a:avLst/>
            <a:gdLst/>
            <a:ahLst/>
            <a:cxnLst/>
            <a:rect r="r" b="b" t="t" l="l"/>
            <a:pathLst>
              <a:path h="2414053" w="2803900">
                <a:moveTo>
                  <a:pt x="0" y="0"/>
                </a:moveTo>
                <a:lnTo>
                  <a:pt x="2803900" y="0"/>
                </a:lnTo>
                <a:lnTo>
                  <a:pt x="2803900" y="2414053"/>
                </a:lnTo>
                <a:lnTo>
                  <a:pt x="0" y="241405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7259300" y="5033991"/>
            <a:ext cx="2138114" cy="2604359"/>
          </a:xfrm>
          <a:custGeom>
            <a:avLst/>
            <a:gdLst/>
            <a:ahLst/>
            <a:cxnLst/>
            <a:rect r="r" b="b" t="t" l="l"/>
            <a:pathLst>
              <a:path h="2604359" w="2138114">
                <a:moveTo>
                  <a:pt x="0" y="0"/>
                </a:moveTo>
                <a:lnTo>
                  <a:pt x="2138114" y="0"/>
                </a:lnTo>
                <a:lnTo>
                  <a:pt x="2138114" y="2604359"/>
                </a:lnTo>
                <a:lnTo>
                  <a:pt x="0" y="260435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2030548" y="-1293994"/>
            <a:ext cx="2465343" cy="2588269"/>
          </a:xfrm>
          <a:custGeom>
            <a:avLst/>
            <a:gdLst/>
            <a:ahLst/>
            <a:cxnLst/>
            <a:rect r="r" b="b" t="t" l="l"/>
            <a:pathLst>
              <a:path h="2588269" w="2465343">
                <a:moveTo>
                  <a:pt x="0" y="0"/>
                </a:moveTo>
                <a:lnTo>
                  <a:pt x="2465343" y="0"/>
                </a:lnTo>
                <a:lnTo>
                  <a:pt x="2465343" y="2588269"/>
                </a:lnTo>
                <a:lnTo>
                  <a:pt x="0" y="258826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2592203" y="8606204"/>
            <a:ext cx="2417143" cy="2315806"/>
          </a:xfrm>
          <a:custGeom>
            <a:avLst/>
            <a:gdLst/>
            <a:ahLst/>
            <a:cxnLst/>
            <a:rect r="r" b="b" t="t" l="l"/>
            <a:pathLst>
              <a:path h="2315806" w="2417143">
                <a:moveTo>
                  <a:pt x="0" y="0"/>
                </a:moveTo>
                <a:lnTo>
                  <a:pt x="2417143" y="0"/>
                </a:lnTo>
                <a:lnTo>
                  <a:pt x="2417143" y="2315806"/>
                </a:lnTo>
                <a:lnTo>
                  <a:pt x="0" y="2315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-2036878" y="3225785"/>
            <a:ext cx="3065578" cy="2711086"/>
          </a:xfrm>
          <a:custGeom>
            <a:avLst/>
            <a:gdLst/>
            <a:ahLst/>
            <a:cxnLst/>
            <a:rect r="r" b="b" t="t" l="l"/>
            <a:pathLst>
              <a:path h="2711086" w="3065578">
                <a:moveTo>
                  <a:pt x="0" y="0"/>
                </a:moveTo>
                <a:lnTo>
                  <a:pt x="3065578" y="0"/>
                </a:lnTo>
                <a:lnTo>
                  <a:pt x="3065578" y="2711085"/>
                </a:lnTo>
                <a:lnTo>
                  <a:pt x="0" y="271108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0">
            <a:off x="-916995" y="7638350"/>
            <a:ext cx="2882762" cy="3283660"/>
          </a:xfrm>
          <a:custGeom>
            <a:avLst/>
            <a:gdLst/>
            <a:ahLst/>
            <a:cxnLst/>
            <a:rect r="r" b="b" t="t" l="l"/>
            <a:pathLst>
              <a:path h="3283660" w="2882762">
                <a:moveTo>
                  <a:pt x="0" y="0"/>
                </a:moveTo>
                <a:lnTo>
                  <a:pt x="2882761" y="0"/>
                </a:lnTo>
                <a:lnTo>
                  <a:pt x="2882761" y="3283660"/>
                </a:lnTo>
                <a:lnTo>
                  <a:pt x="0" y="328366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16858779" y="8450325"/>
            <a:ext cx="2163234" cy="3572134"/>
          </a:xfrm>
          <a:custGeom>
            <a:avLst/>
            <a:gdLst/>
            <a:ahLst/>
            <a:cxnLst/>
            <a:rect r="r" b="b" t="t" l="l"/>
            <a:pathLst>
              <a:path h="3572134" w="2163234">
                <a:moveTo>
                  <a:pt x="0" y="0"/>
                </a:moveTo>
                <a:lnTo>
                  <a:pt x="2163234" y="0"/>
                </a:lnTo>
                <a:lnTo>
                  <a:pt x="2163234" y="3572134"/>
                </a:lnTo>
                <a:lnTo>
                  <a:pt x="0" y="3572134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1" id="11"/>
          <p:cNvSpPr/>
          <p:nvPr/>
        </p:nvSpPr>
        <p:spPr>
          <a:xfrm flipH="false" flipV="false" rot="0">
            <a:off x="-916995" y="-689971"/>
            <a:ext cx="2379176" cy="3224668"/>
          </a:xfrm>
          <a:custGeom>
            <a:avLst/>
            <a:gdLst/>
            <a:ahLst/>
            <a:cxnLst/>
            <a:rect r="r" b="b" t="t" l="l"/>
            <a:pathLst>
              <a:path h="3224668" w="2379176">
                <a:moveTo>
                  <a:pt x="0" y="0"/>
                </a:moveTo>
                <a:lnTo>
                  <a:pt x="2379175" y="0"/>
                </a:lnTo>
                <a:lnTo>
                  <a:pt x="2379175" y="3224668"/>
                </a:lnTo>
                <a:lnTo>
                  <a:pt x="0" y="3224668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2" id="12"/>
          <p:cNvSpPr/>
          <p:nvPr/>
        </p:nvSpPr>
        <p:spPr>
          <a:xfrm flipH="false" flipV="false" rot="0">
            <a:off x="13892554" y="9046259"/>
            <a:ext cx="2647404" cy="2079468"/>
          </a:xfrm>
          <a:custGeom>
            <a:avLst/>
            <a:gdLst/>
            <a:ahLst/>
            <a:cxnLst/>
            <a:rect r="r" b="b" t="t" l="l"/>
            <a:pathLst>
              <a:path h="2079468" w="2647404">
                <a:moveTo>
                  <a:pt x="0" y="0"/>
                </a:moveTo>
                <a:lnTo>
                  <a:pt x="2647404" y="0"/>
                </a:lnTo>
                <a:lnTo>
                  <a:pt x="2647404" y="2079468"/>
                </a:lnTo>
                <a:lnTo>
                  <a:pt x="0" y="2079468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17579615" y="2049544"/>
            <a:ext cx="1442398" cy="2352482"/>
          </a:xfrm>
          <a:custGeom>
            <a:avLst/>
            <a:gdLst/>
            <a:ahLst/>
            <a:cxnLst/>
            <a:rect r="r" b="b" t="t" l="l"/>
            <a:pathLst>
              <a:path h="2352482" w="1442398">
                <a:moveTo>
                  <a:pt x="0" y="0"/>
                </a:moveTo>
                <a:lnTo>
                  <a:pt x="1442398" y="0"/>
                </a:lnTo>
                <a:lnTo>
                  <a:pt x="1442398" y="2352482"/>
                </a:lnTo>
                <a:lnTo>
                  <a:pt x="0" y="235248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4" id="14"/>
          <p:cNvSpPr/>
          <p:nvPr/>
        </p:nvSpPr>
        <p:spPr>
          <a:xfrm flipH="false" flipV="false" rot="2032490">
            <a:off x="5423388" y="-1980819"/>
            <a:ext cx="4703437" cy="4114800"/>
          </a:xfrm>
          <a:custGeom>
            <a:avLst/>
            <a:gdLst/>
            <a:ahLst/>
            <a:cxnLst/>
            <a:rect r="r" b="b" t="t" l="l"/>
            <a:pathLst>
              <a:path h="4114800" w="4703437">
                <a:moveTo>
                  <a:pt x="0" y="0"/>
                </a:moveTo>
                <a:lnTo>
                  <a:pt x="4703438" y="0"/>
                </a:lnTo>
                <a:lnTo>
                  <a:pt x="47034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8501928" y="8884186"/>
            <a:ext cx="4302387" cy="4075647"/>
          </a:xfrm>
          <a:custGeom>
            <a:avLst/>
            <a:gdLst/>
            <a:ahLst/>
            <a:cxnLst/>
            <a:rect r="r" b="b" t="t" l="l"/>
            <a:pathLst>
              <a:path h="4075647" w="4302387">
                <a:moveTo>
                  <a:pt x="0" y="0"/>
                </a:moveTo>
                <a:lnTo>
                  <a:pt x="4302387" y="0"/>
                </a:lnTo>
                <a:lnTo>
                  <a:pt x="4302387" y="4075647"/>
                </a:lnTo>
                <a:lnTo>
                  <a:pt x="0" y="4075647"/>
                </a:lnTo>
                <a:lnTo>
                  <a:pt x="0" y="0"/>
                </a:lnTo>
                <a:close/>
              </a:path>
            </a:pathLst>
          </a:custGeom>
          <a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2708982" y="2258207"/>
            <a:ext cx="12870036" cy="29621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7" id="17"/>
          <p:cNvSpPr txBox="true"/>
          <p:nvPr/>
        </p:nvSpPr>
        <p:spPr>
          <a:xfrm rot="0">
            <a:off x="3919147" y="4914244"/>
            <a:ext cx="10449705" cy="29621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409700" y="2205477"/>
            <a:ext cx="9290033" cy="22738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4" id="4"/>
          <p:cNvSpPr txBox="true"/>
          <p:nvPr/>
        </p:nvSpPr>
        <p:spPr>
          <a:xfrm rot="0">
            <a:off x="1409700" y="4698243"/>
            <a:ext cx="7512993" cy="3230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0699733" y="1956561"/>
            <a:ext cx="5595699" cy="6373878"/>
          </a:xfrm>
          <a:custGeom>
            <a:avLst/>
            <a:gdLst/>
            <a:ahLst/>
            <a:cxnLst/>
            <a:rect r="r" b="b" t="t" l="l"/>
            <a:pathLst>
              <a:path h="6373878" w="5595699">
                <a:moveTo>
                  <a:pt x="0" y="0"/>
                </a:moveTo>
                <a:lnTo>
                  <a:pt x="5595698" y="0"/>
                </a:lnTo>
                <a:lnTo>
                  <a:pt x="5595698" y="6373878"/>
                </a:lnTo>
                <a:lnTo>
                  <a:pt x="0" y="637387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5111" r="0" b="-15111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548050" y="1773329"/>
            <a:ext cx="11191900" cy="22738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AutoShape 4" id="4"/>
          <p:cNvSpPr/>
          <p:nvPr/>
        </p:nvSpPr>
        <p:spPr>
          <a:xfrm>
            <a:off x="-886757" y="4952710"/>
            <a:ext cx="20061513" cy="0"/>
          </a:xfrm>
          <a:prstGeom prst="line">
            <a:avLst/>
          </a:prstGeom>
          <a:ln cap="flat" w="28575">
            <a:solidFill>
              <a:srgbClr val="60AA82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1635820" y="5360459"/>
            <a:ext cx="2197323" cy="812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6" id="6"/>
          <p:cNvSpPr txBox="true"/>
          <p:nvPr/>
        </p:nvSpPr>
        <p:spPr>
          <a:xfrm rot="0">
            <a:off x="5547722" y="5360459"/>
            <a:ext cx="2197323" cy="812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7" id="7"/>
          <p:cNvGrpSpPr/>
          <p:nvPr/>
        </p:nvGrpSpPr>
        <p:grpSpPr>
          <a:xfrm rot="0">
            <a:off x="5529419" y="4701682"/>
            <a:ext cx="502056" cy="502056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523042" y="124802"/>
                  </a:lnTo>
                  <a:lnTo>
                    <a:pt x="693768" y="119032"/>
                  </a:lnTo>
                  <a:lnTo>
                    <a:pt x="687998" y="289758"/>
                  </a:lnTo>
                  <a:lnTo>
                    <a:pt x="812800" y="406400"/>
                  </a:lnTo>
                  <a:lnTo>
                    <a:pt x="687998" y="523042"/>
                  </a:lnTo>
                  <a:lnTo>
                    <a:pt x="693768" y="693768"/>
                  </a:lnTo>
                  <a:lnTo>
                    <a:pt x="523042" y="687998"/>
                  </a:lnTo>
                  <a:lnTo>
                    <a:pt x="406400" y="812800"/>
                  </a:lnTo>
                  <a:lnTo>
                    <a:pt x="289758" y="687998"/>
                  </a:lnTo>
                  <a:lnTo>
                    <a:pt x="119032" y="693768"/>
                  </a:lnTo>
                  <a:lnTo>
                    <a:pt x="124802" y="523042"/>
                  </a:lnTo>
                  <a:lnTo>
                    <a:pt x="0" y="406400"/>
                  </a:lnTo>
                  <a:lnTo>
                    <a:pt x="124802" y="289758"/>
                  </a:lnTo>
                  <a:lnTo>
                    <a:pt x="119032" y="119032"/>
                  </a:lnTo>
                  <a:lnTo>
                    <a:pt x="289758" y="124802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60AA82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127000" y="165100"/>
              <a:ext cx="558800" cy="520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266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635820" y="4701682"/>
            <a:ext cx="502056" cy="502056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523042" y="124802"/>
                  </a:lnTo>
                  <a:lnTo>
                    <a:pt x="693768" y="119032"/>
                  </a:lnTo>
                  <a:lnTo>
                    <a:pt x="687998" y="289758"/>
                  </a:lnTo>
                  <a:lnTo>
                    <a:pt x="812800" y="406400"/>
                  </a:lnTo>
                  <a:lnTo>
                    <a:pt x="687998" y="523042"/>
                  </a:lnTo>
                  <a:lnTo>
                    <a:pt x="693768" y="693768"/>
                  </a:lnTo>
                  <a:lnTo>
                    <a:pt x="523042" y="687998"/>
                  </a:lnTo>
                  <a:lnTo>
                    <a:pt x="406400" y="812800"/>
                  </a:lnTo>
                  <a:lnTo>
                    <a:pt x="289758" y="687998"/>
                  </a:lnTo>
                  <a:lnTo>
                    <a:pt x="119032" y="693768"/>
                  </a:lnTo>
                  <a:lnTo>
                    <a:pt x="124802" y="523042"/>
                  </a:lnTo>
                  <a:lnTo>
                    <a:pt x="0" y="406400"/>
                  </a:lnTo>
                  <a:lnTo>
                    <a:pt x="124802" y="289758"/>
                  </a:lnTo>
                  <a:lnTo>
                    <a:pt x="119032" y="119032"/>
                  </a:lnTo>
                  <a:lnTo>
                    <a:pt x="289758" y="124802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60AA82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127000" y="165100"/>
              <a:ext cx="558800" cy="520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635820" y="6325659"/>
            <a:ext cx="3257484" cy="1464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4" id="14"/>
          <p:cNvSpPr txBox="true"/>
          <p:nvPr/>
        </p:nvSpPr>
        <p:spPr>
          <a:xfrm rot="0">
            <a:off x="5547722" y="6325659"/>
            <a:ext cx="3257484" cy="1464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5" id="15"/>
          <p:cNvSpPr txBox="true"/>
          <p:nvPr/>
        </p:nvSpPr>
        <p:spPr>
          <a:xfrm rot="0">
            <a:off x="9461684" y="5360459"/>
            <a:ext cx="2197323" cy="812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16" id="16"/>
          <p:cNvGrpSpPr/>
          <p:nvPr/>
        </p:nvGrpSpPr>
        <p:grpSpPr>
          <a:xfrm rot="0">
            <a:off x="9443381" y="4701682"/>
            <a:ext cx="502056" cy="502056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523042" y="124802"/>
                  </a:lnTo>
                  <a:lnTo>
                    <a:pt x="693768" y="119032"/>
                  </a:lnTo>
                  <a:lnTo>
                    <a:pt x="687998" y="289758"/>
                  </a:lnTo>
                  <a:lnTo>
                    <a:pt x="812800" y="406400"/>
                  </a:lnTo>
                  <a:lnTo>
                    <a:pt x="687998" y="523042"/>
                  </a:lnTo>
                  <a:lnTo>
                    <a:pt x="693768" y="693768"/>
                  </a:lnTo>
                  <a:lnTo>
                    <a:pt x="523042" y="687998"/>
                  </a:lnTo>
                  <a:lnTo>
                    <a:pt x="406400" y="812800"/>
                  </a:lnTo>
                  <a:lnTo>
                    <a:pt x="289758" y="687998"/>
                  </a:lnTo>
                  <a:lnTo>
                    <a:pt x="119032" y="693768"/>
                  </a:lnTo>
                  <a:lnTo>
                    <a:pt x="124802" y="523042"/>
                  </a:lnTo>
                  <a:lnTo>
                    <a:pt x="0" y="406400"/>
                  </a:lnTo>
                  <a:lnTo>
                    <a:pt x="124802" y="289758"/>
                  </a:lnTo>
                  <a:lnTo>
                    <a:pt x="119032" y="119032"/>
                  </a:lnTo>
                  <a:lnTo>
                    <a:pt x="289758" y="124802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60AA82"/>
            </a:solidFill>
            <a:ln cap="sq">
              <a:noFill/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127000" y="165100"/>
              <a:ext cx="558800" cy="520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266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461684" y="6325659"/>
            <a:ext cx="3257484" cy="1464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0" id="20"/>
          <p:cNvSpPr txBox="true"/>
          <p:nvPr/>
        </p:nvSpPr>
        <p:spPr>
          <a:xfrm rot="0">
            <a:off x="13394695" y="5360459"/>
            <a:ext cx="2197323" cy="812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21" id="21"/>
          <p:cNvGrpSpPr/>
          <p:nvPr/>
        </p:nvGrpSpPr>
        <p:grpSpPr>
          <a:xfrm rot="0">
            <a:off x="13376393" y="4701682"/>
            <a:ext cx="502056" cy="502056"/>
            <a:chOff x="0" y="0"/>
            <a:chExt cx="812800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523042" y="124802"/>
                  </a:lnTo>
                  <a:lnTo>
                    <a:pt x="693768" y="119032"/>
                  </a:lnTo>
                  <a:lnTo>
                    <a:pt x="687998" y="289758"/>
                  </a:lnTo>
                  <a:lnTo>
                    <a:pt x="812800" y="406400"/>
                  </a:lnTo>
                  <a:lnTo>
                    <a:pt x="687998" y="523042"/>
                  </a:lnTo>
                  <a:lnTo>
                    <a:pt x="693768" y="693768"/>
                  </a:lnTo>
                  <a:lnTo>
                    <a:pt x="523042" y="687998"/>
                  </a:lnTo>
                  <a:lnTo>
                    <a:pt x="406400" y="812800"/>
                  </a:lnTo>
                  <a:lnTo>
                    <a:pt x="289758" y="687998"/>
                  </a:lnTo>
                  <a:lnTo>
                    <a:pt x="119032" y="693768"/>
                  </a:lnTo>
                  <a:lnTo>
                    <a:pt x="124802" y="523042"/>
                  </a:lnTo>
                  <a:lnTo>
                    <a:pt x="0" y="406400"/>
                  </a:lnTo>
                  <a:lnTo>
                    <a:pt x="124802" y="289758"/>
                  </a:lnTo>
                  <a:lnTo>
                    <a:pt x="119032" y="119032"/>
                  </a:lnTo>
                  <a:lnTo>
                    <a:pt x="289758" y="124802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60AA82"/>
            </a:solidFill>
            <a:ln cap="sq">
              <a:noFill/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127000" y="165100"/>
              <a:ext cx="558800" cy="520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266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3394695" y="6325659"/>
            <a:ext cx="3257484" cy="1464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Freeform 25" id="25"/>
          <p:cNvSpPr/>
          <p:nvPr/>
        </p:nvSpPr>
        <p:spPr>
          <a:xfrm flipH="false" flipV="false" rot="0">
            <a:off x="2313073" y="-1659845"/>
            <a:ext cx="2975403" cy="3123761"/>
          </a:xfrm>
          <a:custGeom>
            <a:avLst/>
            <a:gdLst/>
            <a:ahLst/>
            <a:cxnLst/>
            <a:rect r="r" b="b" t="t" l="l"/>
            <a:pathLst>
              <a:path h="3123761" w="2975403">
                <a:moveTo>
                  <a:pt x="0" y="0"/>
                </a:moveTo>
                <a:lnTo>
                  <a:pt x="2975403" y="0"/>
                </a:lnTo>
                <a:lnTo>
                  <a:pt x="2975403" y="3123761"/>
                </a:lnTo>
                <a:lnTo>
                  <a:pt x="0" y="312376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6" id="26"/>
          <p:cNvSpPr/>
          <p:nvPr/>
        </p:nvSpPr>
        <p:spPr>
          <a:xfrm flipH="false" flipV="false" rot="0">
            <a:off x="-1791584" y="7790604"/>
            <a:ext cx="3427404" cy="3031072"/>
          </a:xfrm>
          <a:custGeom>
            <a:avLst/>
            <a:gdLst/>
            <a:ahLst/>
            <a:cxnLst/>
            <a:rect r="r" b="b" t="t" l="l"/>
            <a:pathLst>
              <a:path h="3031072" w="3427404">
                <a:moveTo>
                  <a:pt x="0" y="0"/>
                </a:moveTo>
                <a:lnTo>
                  <a:pt x="3427404" y="0"/>
                </a:lnTo>
                <a:lnTo>
                  <a:pt x="3427404" y="3031072"/>
                </a:lnTo>
                <a:lnTo>
                  <a:pt x="0" y="303107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7" id="27"/>
          <p:cNvSpPr/>
          <p:nvPr/>
        </p:nvSpPr>
        <p:spPr>
          <a:xfrm flipH="false" flipV="false" rot="0">
            <a:off x="16858779" y="7790604"/>
            <a:ext cx="2163234" cy="3572134"/>
          </a:xfrm>
          <a:custGeom>
            <a:avLst/>
            <a:gdLst/>
            <a:ahLst/>
            <a:cxnLst/>
            <a:rect r="r" b="b" t="t" l="l"/>
            <a:pathLst>
              <a:path h="3572134" w="2163234">
                <a:moveTo>
                  <a:pt x="0" y="0"/>
                </a:moveTo>
                <a:lnTo>
                  <a:pt x="2163234" y="0"/>
                </a:lnTo>
                <a:lnTo>
                  <a:pt x="2163234" y="3572135"/>
                </a:lnTo>
                <a:lnTo>
                  <a:pt x="0" y="357213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8" id="28"/>
          <p:cNvSpPr/>
          <p:nvPr/>
        </p:nvSpPr>
        <p:spPr>
          <a:xfrm flipH="false" flipV="false" rot="0">
            <a:off x="-749865" y="-587294"/>
            <a:ext cx="2636713" cy="3573727"/>
          </a:xfrm>
          <a:custGeom>
            <a:avLst/>
            <a:gdLst/>
            <a:ahLst/>
            <a:cxnLst/>
            <a:rect r="r" b="b" t="t" l="l"/>
            <a:pathLst>
              <a:path h="3573727" w="2636713">
                <a:moveTo>
                  <a:pt x="0" y="0"/>
                </a:moveTo>
                <a:lnTo>
                  <a:pt x="2636713" y="0"/>
                </a:lnTo>
                <a:lnTo>
                  <a:pt x="2636713" y="3573727"/>
                </a:lnTo>
                <a:lnTo>
                  <a:pt x="0" y="357372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9" id="29"/>
          <p:cNvSpPr/>
          <p:nvPr/>
        </p:nvSpPr>
        <p:spPr>
          <a:xfrm flipH="false" flipV="false" rot="0">
            <a:off x="16425218" y="606167"/>
            <a:ext cx="3030355" cy="2380266"/>
          </a:xfrm>
          <a:custGeom>
            <a:avLst/>
            <a:gdLst/>
            <a:ahLst/>
            <a:cxnLst/>
            <a:rect r="r" b="b" t="t" l="l"/>
            <a:pathLst>
              <a:path h="2380266" w="3030355">
                <a:moveTo>
                  <a:pt x="0" y="0"/>
                </a:moveTo>
                <a:lnTo>
                  <a:pt x="3030355" y="0"/>
                </a:lnTo>
                <a:lnTo>
                  <a:pt x="3030355" y="2380266"/>
                </a:lnTo>
                <a:lnTo>
                  <a:pt x="0" y="2380266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10620338" y="-908500"/>
            <a:ext cx="8064289" cy="12103999"/>
          </a:xfrm>
          <a:custGeom>
            <a:avLst/>
            <a:gdLst/>
            <a:ahLst/>
            <a:cxnLst/>
            <a:rect r="r" b="b" t="t" l="l"/>
            <a:pathLst>
              <a:path h="12103999" w="8064289">
                <a:moveTo>
                  <a:pt x="0" y="0"/>
                </a:moveTo>
                <a:lnTo>
                  <a:pt x="8064289" y="0"/>
                </a:lnTo>
                <a:lnTo>
                  <a:pt x="8064289" y="12104000"/>
                </a:lnTo>
                <a:lnTo>
                  <a:pt x="0" y="12104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2535" t="0" r="-62535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1409700" y="2205477"/>
            <a:ext cx="7734300" cy="22738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5" id="5"/>
          <p:cNvSpPr txBox="true"/>
          <p:nvPr/>
        </p:nvSpPr>
        <p:spPr>
          <a:xfrm rot="0">
            <a:off x="1409700" y="4698243"/>
            <a:ext cx="7512993" cy="3230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340248" y="1013586"/>
            <a:ext cx="9607505" cy="421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4" id="4"/>
          <p:cNvSpPr txBox="true"/>
          <p:nvPr/>
        </p:nvSpPr>
        <p:spPr>
          <a:xfrm rot="0">
            <a:off x="3557541" y="5847589"/>
            <a:ext cx="11172917" cy="2711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5" id="5"/>
          <p:cNvSpPr txBox="true"/>
          <p:nvPr/>
        </p:nvSpPr>
        <p:spPr>
          <a:xfrm rot="0">
            <a:off x="5018704" y="4707381"/>
            <a:ext cx="8250591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3" id="3"/>
          <p:cNvGrpSpPr/>
          <p:nvPr/>
        </p:nvGrpSpPr>
        <p:grpSpPr>
          <a:xfrm rot="0">
            <a:off x="-1309551" y="-812902"/>
            <a:ext cx="11605544" cy="11912803"/>
            <a:chOff x="0" y="0"/>
            <a:chExt cx="3056604" cy="313752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056604" cy="3137528"/>
            </a:xfrm>
            <a:custGeom>
              <a:avLst/>
              <a:gdLst/>
              <a:ahLst/>
              <a:cxnLst/>
              <a:rect r="r" b="b" t="t" l="l"/>
              <a:pathLst>
                <a:path h="3137528" w="3056604">
                  <a:moveTo>
                    <a:pt x="0" y="0"/>
                  </a:moveTo>
                  <a:lnTo>
                    <a:pt x="3056604" y="0"/>
                  </a:lnTo>
                  <a:lnTo>
                    <a:pt x="3056604" y="3137528"/>
                  </a:lnTo>
                  <a:lnTo>
                    <a:pt x="0" y="313752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38100"/>
              <a:ext cx="3056604" cy="30994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409700" y="1682573"/>
            <a:ext cx="7512993" cy="33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7" id="7"/>
          <p:cNvSpPr txBox="true"/>
          <p:nvPr/>
        </p:nvSpPr>
        <p:spPr>
          <a:xfrm rot="0">
            <a:off x="1409700" y="5221146"/>
            <a:ext cx="7512993" cy="3230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11889922" y="2730408"/>
            <a:ext cx="5037372" cy="4826183"/>
          </a:xfrm>
          <a:custGeom>
            <a:avLst/>
            <a:gdLst/>
            <a:ahLst/>
            <a:cxnLst/>
            <a:rect r="r" b="b" t="t" l="l"/>
            <a:pathLst>
              <a:path h="4826183" w="5037372">
                <a:moveTo>
                  <a:pt x="0" y="0"/>
                </a:moveTo>
                <a:lnTo>
                  <a:pt x="5037372" y="0"/>
                </a:lnTo>
                <a:lnTo>
                  <a:pt x="5037372" y="4826184"/>
                </a:lnTo>
                <a:lnTo>
                  <a:pt x="0" y="482618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5111" r="0" b="-15111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-357176" y="-908500"/>
            <a:ext cx="8064289" cy="12103999"/>
          </a:xfrm>
          <a:custGeom>
            <a:avLst/>
            <a:gdLst/>
            <a:ahLst/>
            <a:cxnLst/>
            <a:rect r="r" b="b" t="t" l="l"/>
            <a:pathLst>
              <a:path h="12103999" w="8064289">
                <a:moveTo>
                  <a:pt x="0" y="0"/>
                </a:moveTo>
                <a:lnTo>
                  <a:pt x="8064290" y="0"/>
                </a:lnTo>
                <a:lnTo>
                  <a:pt x="8064290" y="12104000"/>
                </a:lnTo>
                <a:lnTo>
                  <a:pt x="0" y="12104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2890" t="0" r="-123942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9144000" y="1730622"/>
            <a:ext cx="7830114" cy="330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5" id="5"/>
          <p:cNvSpPr txBox="true"/>
          <p:nvPr/>
        </p:nvSpPr>
        <p:spPr>
          <a:xfrm rot="0">
            <a:off x="9144000" y="5173097"/>
            <a:ext cx="7512993" cy="3230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5111" r="0" b="-15111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1064419" y="1340665"/>
            <a:ext cx="16159162" cy="985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4" id="4"/>
          <p:cNvGrpSpPr/>
          <p:nvPr/>
        </p:nvGrpSpPr>
        <p:grpSpPr>
          <a:xfrm rot="0">
            <a:off x="1100138" y="2716984"/>
            <a:ext cx="7920266" cy="2991887"/>
            <a:chOff x="0" y="0"/>
            <a:chExt cx="2263664" cy="85510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63664" cy="855101"/>
            </a:xfrm>
            <a:custGeom>
              <a:avLst/>
              <a:gdLst/>
              <a:ahLst/>
              <a:cxnLst/>
              <a:rect r="r" b="b" t="t" l="l"/>
              <a:pathLst>
                <a:path h="855101" w="2263664">
                  <a:moveTo>
                    <a:pt x="23460" y="0"/>
                  </a:moveTo>
                  <a:lnTo>
                    <a:pt x="2240205" y="0"/>
                  </a:lnTo>
                  <a:cubicBezTo>
                    <a:pt x="2246427" y="0"/>
                    <a:pt x="2252394" y="2472"/>
                    <a:pt x="2256793" y="6871"/>
                  </a:cubicBezTo>
                  <a:cubicBezTo>
                    <a:pt x="2261193" y="11271"/>
                    <a:pt x="2263664" y="17238"/>
                    <a:pt x="2263664" y="23460"/>
                  </a:cubicBezTo>
                  <a:lnTo>
                    <a:pt x="2263664" y="831641"/>
                  </a:lnTo>
                  <a:cubicBezTo>
                    <a:pt x="2263664" y="837863"/>
                    <a:pt x="2261193" y="843830"/>
                    <a:pt x="2256793" y="848230"/>
                  </a:cubicBezTo>
                  <a:cubicBezTo>
                    <a:pt x="2252394" y="852629"/>
                    <a:pt x="2246427" y="855101"/>
                    <a:pt x="2240205" y="855101"/>
                  </a:cubicBezTo>
                  <a:lnTo>
                    <a:pt x="23460" y="855101"/>
                  </a:lnTo>
                  <a:cubicBezTo>
                    <a:pt x="17238" y="855101"/>
                    <a:pt x="11271" y="852629"/>
                    <a:pt x="6871" y="848230"/>
                  </a:cubicBezTo>
                  <a:cubicBezTo>
                    <a:pt x="2472" y="843830"/>
                    <a:pt x="0" y="837863"/>
                    <a:pt x="0" y="831641"/>
                  </a:cubicBezTo>
                  <a:lnTo>
                    <a:pt x="0" y="23460"/>
                  </a:lnTo>
                  <a:cubicBezTo>
                    <a:pt x="0" y="17238"/>
                    <a:pt x="2472" y="11271"/>
                    <a:pt x="6871" y="6871"/>
                  </a:cubicBezTo>
                  <a:cubicBezTo>
                    <a:pt x="11271" y="2472"/>
                    <a:pt x="17238" y="0"/>
                    <a:pt x="23460" y="0"/>
                  </a:cubicBezTo>
                  <a:close/>
                </a:path>
              </a:pathLst>
            </a:custGeom>
            <a:solidFill>
              <a:srgbClr val="AADBC0"/>
            </a:solidFill>
            <a:ln w="19050" cap="rnd">
              <a:solidFill>
                <a:srgbClr val="3A3937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9525"/>
              <a:ext cx="2263664" cy="8455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267596" y="2716984"/>
            <a:ext cx="7920266" cy="2991887"/>
            <a:chOff x="0" y="0"/>
            <a:chExt cx="2263664" cy="85510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63664" cy="855101"/>
            </a:xfrm>
            <a:custGeom>
              <a:avLst/>
              <a:gdLst/>
              <a:ahLst/>
              <a:cxnLst/>
              <a:rect r="r" b="b" t="t" l="l"/>
              <a:pathLst>
                <a:path h="855101" w="2263664">
                  <a:moveTo>
                    <a:pt x="23460" y="0"/>
                  </a:moveTo>
                  <a:lnTo>
                    <a:pt x="2240205" y="0"/>
                  </a:lnTo>
                  <a:cubicBezTo>
                    <a:pt x="2246427" y="0"/>
                    <a:pt x="2252394" y="2472"/>
                    <a:pt x="2256793" y="6871"/>
                  </a:cubicBezTo>
                  <a:cubicBezTo>
                    <a:pt x="2261193" y="11271"/>
                    <a:pt x="2263664" y="17238"/>
                    <a:pt x="2263664" y="23460"/>
                  </a:cubicBezTo>
                  <a:lnTo>
                    <a:pt x="2263664" y="831641"/>
                  </a:lnTo>
                  <a:cubicBezTo>
                    <a:pt x="2263664" y="837863"/>
                    <a:pt x="2261193" y="843830"/>
                    <a:pt x="2256793" y="848230"/>
                  </a:cubicBezTo>
                  <a:cubicBezTo>
                    <a:pt x="2252394" y="852629"/>
                    <a:pt x="2246427" y="855101"/>
                    <a:pt x="2240205" y="855101"/>
                  </a:cubicBezTo>
                  <a:lnTo>
                    <a:pt x="23460" y="855101"/>
                  </a:lnTo>
                  <a:cubicBezTo>
                    <a:pt x="17238" y="855101"/>
                    <a:pt x="11271" y="852629"/>
                    <a:pt x="6871" y="848230"/>
                  </a:cubicBezTo>
                  <a:cubicBezTo>
                    <a:pt x="2472" y="843830"/>
                    <a:pt x="0" y="837863"/>
                    <a:pt x="0" y="831641"/>
                  </a:cubicBezTo>
                  <a:lnTo>
                    <a:pt x="0" y="23460"/>
                  </a:lnTo>
                  <a:cubicBezTo>
                    <a:pt x="0" y="17238"/>
                    <a:pt x="2472" y="11271"/>
                    <a:pt x="6871" y="6871"/>
                  </a:cubicBezTo>
                  <a:cubicBezTo>
                    <a:pt x="11271" y="2472"/>
                    <a:pt x="17238" y="0"/>
                    <a:pt x="23460" y="0"/>
                  </a:cubicBezTo>
                  <a:close/>
                </a:path>
              </a:pathLst>
            </a:custGeom>
            <a:solidFill>
              <a:srgbClr val="83C6A2"/>
            </a:solidFill>
            <a:ln w="19050" cap="rnd">
              <a:solidFill>
                <a:srgbClr val="3A3937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9525"/>
              <a:ext cx="2263664" cy="8455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00138" y="5911395"/>
            <a:ext cx="7920266" cy="2991887"/>
            <a:chOff x="0" y="0"/>
            <a:chExt cx="2263664" cy="85510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63664" cy="855101"/>
            </a:xfrm>
            <a:custGeom>
              <a:avLst/>
              <a:gdLst/>
              <a:ahLst/>
              <a:cxnLst/>
              <a:rect r="r" b="b" t="t" l="l"/>
              <a:pathLst>
                <a:path h="855101" w="2263664">
                  <a:moveTo>
                    <a:pt x="23460" y="0"/>
                  </a:moveTo>
                  <a:lnTo>
                    <a:pt x="2240205" y="0"/>
                  </a:lnTo>
                  <a:cubicBezTo>
                    <a:pt x="2246427" y="0"/>
                    <a:pt x="2252394" y="2472"/>
                    <a:pt x="2256793" y="6871"/>
                  </a:cubicBezTo>
                  <a:cubicBezTo>
                    <a:pt x="2261193" y="11271"/>
                    <a:pt x="2263664" y="17238"/>
                    <a:pt x="2263664" y="23460"/>
                  </a:cubicBezTo>
                  <a:lnTo>
                    <a:pt x="2263664" y="831641"/>
                  </a:lnTo>
                  <a:cubicBezTo>
                    <a:pt x="2263664" y="837863"/>
                    <a:pt x="2261193" y="843830"/>
                    <a:pt x="2256793" y="848230"/>
                  </a:cubicBezTo>
                  <a:cubicBezTo>
                    <a:pt x="2252394" y="852629"/>
                    <a:pt x="2246427" y="855101"/>
                    <a:pt x="2240205" y="855101"/>
                  </a:cubicBezTo>
                  <a:lnTo>
                    <a:pt x="23460" y="855101"/>
                  </a:lnTo>
                  <a:cubicBezTo>
                    <a:pt x="17238" y="855101"/>
                    <a:pt x="11271" y="852629"/>
                    <a:pt x="6871" y="848230"/>
                  </a:cubicBezTo>
                  <a:cubicBezTo>
                    <a:pt x="2472" y="843830"/>
                    <a:pt x="0" y="837863"/>
                    <a:pt x="0" y="831641"/>
                  </a:cubicBezTo>
                  <a:lnTo>
                    <a:pt x="0" y="23460"/>
                  </a:lnTo>
                  <a:cubicBezTo>
                    <a:pt x="0" y="17238"/>
                    <a:pt x="2472" y="11271"/>
                    <a:pt x="6871" y="6871"/>
                  </a:cubicBezTo>
                  <a:cubicBezTo>
                    <a:pt x="11271" y="2472"/>
                    <a:pt x="17238" y="0"/>
                    <a:pt x="23460" y="0"/>
                  </a:cubicBezTo>
                  <a:close/>
                </a:path>
              </a:pathLst>
            </a:custGeom>
            <a:solidFill>
              <a:srgbClr val="83C6A2"/>
            </a:solidFill>
            <a:ln w="19050" cap="rnd">
              <a:solidFill>
                <a:srgbClr val="3A3937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9525"/>
              <a:ext cx="2263664" cy="8455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267596" y="5911395"/>
            <a:ext cx="7920266" cy="2991887"/>
            <a:chOff x="0" y="0"/>
            <a:chExt cx="2263664" cy="85510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63664" cy="855101"/>
            </a:xfrm>
            <a:custGeom>
              <a:avLst/>
              <a:gdLst/>
              <a:ahLst/>
              <a:cxnLst/>
              <a:rect r="r" b="b" t="t" l="l"/>
              <a:pathLst>
                <a:path h="855101" w="2263664">
                  <a:moveTo>
                    <a:pt x="23460" y="0"/>
                  </a:moveTo>
                  <a:lnTo>
                    <a:pt x="2240205" y="0"/>
                  </a:lnTo>
                  <a:cubicBezTo>
                    <a:pt x="2246427" y="0"/>
                    <a:pt x="2252394" y="2472"/>
                    <a:pt x="2256793" y="6871"/>
                  </a:cubicBezTo>
                  <a:cubicBezTo>
                    <a:pt x="2261193" y="11271"/>
                    <a:pt x="2263664" y="17238"/>
                    <a:pt x="2263664" y="23460"/>
                  </a:cubicBezTo>
                  <a:lnTo>
                    <a:pt x="2263664" y="831641"/>
                  </a:lnTo>
                  <a:cubicBezTo>
                    <a:pt x="2263664" y="837863"/>
                    <a:pt x="2261193" y="843830"/>
                    <a:pt x="2256793" y="848230"/>
                  </a:cubicBezTo>
                  <a:cubicBezTo>
                    <a:pt x="2252394" y="852629"/>
                    <a:pt x="2246427" y="855101"/>
                    <a:pt x="2240205" y="855101"/>
                  </a:cubicBezTo>
                  <a:lnTo>
                    <a:pt x="23460" y="855101"/>
                  </a:lnTo>
                  <a:cubicBezTo>
                    <a:pt x="17238" y="855101"/>
                    <a:pt x="11271" y="852629"/>
                    <a:pt x="6871" y="848230"/>
                  </a:cubicBezTo>
                  <a:cubicBezTo>
                    <a:pt x="2472" y="843830"/>
                    <a:pt x="0" y="837863"/>
                    <a:pt x="0" y="831641"/>
                  </a:cubicBezTo>
                  <a:lnTo>
                    <a:pt x="0" y="23460"/>
                  </a:lnTo>
                  <a:cubicBezTo>
                    <a:pt x="0" y="17238"/>
                    <a:pt x="2472" y="11271"/>
                    <a:pt x="6871" y="6871"/>
                  </a:cubicBezTo>
                  <a:cubicBezTo>
                    <a:pt x="11271" y="2472"/>
                    <a:pt x="17238" y="0"/>
                    <a:pt x="23460" y="0"/>
                  </a:cubicBezTo>
                  <a:close/>
                </a:path>
              </a:pathLst>
            </a:custGeom>
            <a:solidFill>
              <a:srgbClr val="AADBC0"/>
            </a:solidFill>
            <a:ln w="19050" cap="rnd">
              <a:solidFill>
                <a:srgbClr val="3A3937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9525"/>
              <a:ext cx="2263664" cy="8455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724130" y="3998696"/>
            <a:ext cx="6672281" cy="11719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7" id="17"/>
          <p:cNvSpPr txBox="true"/>
          <p:nvPr/>
        </p:nvSpPr>
        <p:spPr>
          <a:xfrm rot="0">
            <a:off x="1511783" y="3223012"/>
            <a:ext cx="7096975" cy="63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8" id="18"/>
          <p:cNvSpPr txBox="true"/>
          <p:nvPr/>
        </p:nvSpPr>
        <p:spPr>
          <a:xfrm rot="0">
            <a:off x="9891589" y="3998696"/>
            <a:ext cx="6672281" cy="11719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9" id="19"/>
          <p:cNvSpPr txBox="true"/>
          <p:nvPr/>
        </p:nvSpPr>
        <p:spPr>
          <a:xfrm rot="0">
            <a:off x="9679242" y="3223012"/>
            <a:ext cx="7096975" cy="63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0" id="20"/>
          <p:cNvSpPr txBox="true"/>
          <p:nvPr/>
        </p:nvSpPr>
        <p:spPr>
          <a:xfrm rot="0">
            <a:off x="9891589" y="7180628"/>
            <a:ext cx="6672281" cy="11719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1" id="21"/>
          <p:cNvSpPr txBox="true"/>
          <p:nvPr/>
        </p:nvSpPr>
        <p:spPr>
          <a:xfrm rot="0">
            <a:off x="9437700" y="6404943"/>
            <a:ext cx="7580058" cy="63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2" id="22"/>
          <p:cNvSpPr txBox="true"/>
          <p:nvPr/>
        </p:nvSpPr>
        <p:spPr>
          <a:xfrm rot="0">
            <a:off x="1724130" y="7180628"/>
            <a:ext cx="6672281" cy="11719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3" id="23"/>
          <p:cNvSpPr txBox="true"/>
          <p:nvPr/>
        </p:nvSpPr>
        <p:spPr>
          <a:xfrm rot="0">
            <a:off x="1511783" y="6404943"/>
            <a:ext cx="7096975" cy="6342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5111" r="0" b="-15111"/>
            </a:stretch>
          </a:blipFill>
        </p:spPr>
        <p:txBody>
          <a:bodyPr/>
          <a:p/>
        </p:txBody>
      </p:sp>
      <p:grpSp>
        <p:nvGrpSpPr>
          <p:cNvPr name="Group 3" id="3"/>
          <p:cNvGrpSpPr/>
          <p:nvPr/>
        </p:nvGrpSpPr>
        <p:grpSpPr>
          <a:xfrm rot="0">
            <a:off x="2225136" y="4995333"/>
            <a:ext cx="6747024" cy="4262967"/>
            <a:chOff x="0" y="0"/>
            <a:chExt cx="1974687" cy="124766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974687" cy="1247665"/>
            </a:xfrm>
            <a:custGeom>
              <a:avLst/>
              <a:gdLst/>
              <a:ahLst/>
              <a:cxnLst/>
              <a:rect r="r" b="b" t="t" l="l"/>
              <a:pathLst>
                <a:path h="1247665" w="1974687">
                  <a:moveTo>
                    <a:pt x="27539" y="0"/>
                  </a:moveTo>
                  <a:lnTo>
                    <a:pt x="1947148" y="0"/>
                  </a:lnTo>
                  <a:cubicBezTo>
                    <a:pt x="1962358" y="0"/>
                    <a:pt x="1974687" y="12330"/>
                    <a:pt x="1974687" y="27539"/>
                  </a:cubicBezTo>
                  <a:lnTo>
                    <a:pt x="1974687" y="1220126"/>
                  </a:lnTo>
                  <a:cubicBezTo>
                    <a:pt x="1974687" y="1235336"/>
                    <a:pt x="1962358" y="1247665"/>
                    <a:pt x="1947148" y="1247665"/>
                  </a:cubicBezTo>
                  <a:lnTo>
                    <a:pt x="27539" y="1247665"/>
                  </a:lnTo>
                  <a:cubicBezTo>
                    <a:pt x="12330" y="1247665"/>
                    <a:pt x="0" y="1235336"/>
                    <a:pt x="0" y="1220126"/>
                  </a:cubicBezTo>
                  <a:lnTo>
                    <a:pt x="0" y="27539"/>
                  </a:lnTo>
                  <a:cubicBezTo>
                    <a:pt x="0" y="12330"/>
                    <a:pt x="12330" y="0"/>
                    <a:pt x="27539" y="0"/>
                  </a:cubicBezTo>
                  <a:close/>
                </a:path>
              </a:pathLst>
            </a:custGeom>
            <a:solidFill>
              <a:srgbClr val="AADBC0"/>
            </a:solidFill>
            <a:ln w="19050" cap="rnd">
              <a:solidFill>
                <a:srgbClr val="3A3937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9525"/>
              <a:ext cx="1974687" cy="1238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144984" y="5776807"/>
            <a:ext cx="4799161" cy="2642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7" id="7"/>
          <p:cNvGrpSpPr/>
          <p:nvPr/>
        </p:nvGrpSpPr>
        <p:grpSpPr>
          <a:xfrm rot="0">
            <a:off x="2225136" y="3540616"/>
            <a:ext cx="6747024" cy="1323119"/>
            <a:chOff x="0" y="0"/>
            <a:chExt cx="1974687" cy="38724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74687" cy="387244"/>
            </a:xfrm>
            <a:custGeom>
              <a:avLst/>
              <a:gdLst/>
              <a:ahLst/>
              <a:cxnLst/>
              <a:rect r="r" b="b" t="t" l="l"/>
              <a:pathLst>
                <a:path h="387244" w="1974687">
                  <a:moveTo>
                    <a:pt x="27539" y="0"/>
                  </a:moveTo>
                  <a:lnTo>
                    <a:pt x="1947148" y="0"/>
                  </a:lnTo>
                  <a:cubicBezTo>
                    <a:pt x="1962358" y="0"/>
                    <a:pt x="1974687" y="12330"/>
                    <a:pt x="1974687" y="27539"/>
                  </a:cubicBezTo>
                  <a:lnTo>
                    <a:pt x="1974687" y="359705"/>
                  </a:lnTo>
                  <a:cubicBezTo>
                    <a:pt x="1974687" y="374915"/>
                    <a:pt x="1962358" y="387244"/>
                    <a:pt x="1947148" y="387244"/>
                  </a:cubicBezTo>
                  <a:lnTo>
                    <a:pt x="27539" y="387244"/>
                  </a:lnTo>
                  <a:cubicBezTo>
                    <a:pt x="12330" y="387244"/>
                    <a:pt x="0" y="374915"/>
                    <a:pt x="0" y="359705"/>
                  </a:cubicBezTo>
                  <a:lnTo>
                    <a:pt x="0" y="27539"/>
                  </a:lnTo>
                  <a:cubicBezTo>
                    <a:pt x="0" y="12330"/>
                    <a:pt x="12330" y="0"/>
                    <a:pt x="27539" y="0"/>
                  </a:cubicBezTo>
                  <a:close/>
                </a:path>
              </a:pathLst>
            </a:custGeom>
            <a:solidFill>
              <a:srgbClr val="AADBC0"/>
            </a:solidFill>
            <a:ln w="19050" cap="rnd">
              <a:solidFill>
                <a:srgbClr val="3A3937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9525"/>
              <a:ext cx="1974687" cy="3777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2776163" y="3826064"/>
            <a:ext cx="5644970" cy="7712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11" id="11"/>
          <p:cNvGrpSpPr/>
          <p:nvPr/>
        </p:nvGrpSpPr>
        <p:grpSpPr>
          <a:xfrm rot="0">
            <a:off x="9125340" y="4995333"/>
            <a:ext cx="6747024" cy="4262967"/>
            <a:chOff x="0" y="0"/>
            <a:chExt cx="1974687" cy="124766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974687" cy="1247665"/>
            </a:xfrm>
            <a:custGeom>
              <a:avLst/>
              <a:gdLst/>
              <a:ahLst/>
              <a:cxnLst/>
              <a:rect r="r" b="b" t="t" l="l"/>
              <a:pathLst>
                <a:path h="1247665" w="1974687">
                  <a:moveTo>
                    <a:pt x="27539" y="0"/>
                  </a:moveTo>
                  <a:lnTo>
                    <a:pt x="1947148" y="0"/>
                  </a:lnTo>
                  <a:cubicBezTo>
                    <a:pt x="1962358" y="0"/>
                    <a:pt x="1974687" y="12330"/>
                    <a:pt x="1974687" y="27539"/>
                  </a:cubicBezTo>
                  <a:lnTo>
                    <a:pt x="1974687" y="1220126"/>
                  </a:lnTo>
                  <a:cubicBezTo>
                    <a:pt x="1974687" y="1235336"/>
                    <a:pt x="1962358" y="1247665"/>
                    <a:pt x="1947148" y="1247665"/>
                  </a:cubicBezTo>
                  <a:lnTo>
                    <a:pt x="27539" y="1247665"/>
                  </a:lnTo>
                  <a:cubicBezTo>
                    <a:pt x="12330" y="1247665"/>
                    <a:pt x="0" y="1235336"/>
                    <a:pt x="0" y="1220126"/>
                  </a:cubicBezTo>
                  <a:lnTo>
                    <a:pt x="0" y="27539"/>
                  </a:lnTo>
                  <a:cubicBezTo>
                    <a:pt x="0" y="12330"/>
                    <a:pt x="12330" y="0"/>
                    <a:pt x="27539" y="0"/>
                  </a:cubicBezTo>
                  <a:close/>
                </a:path>
              </a:pathLst>
            </a:custGeom>
            <a:solidFill>
              <a:srgbClr val="8BBD94"/>
            </a:solidFill>
            <a:ln w="19050" cap="rnd">
              <a:solidFill>
                <a:srgbClr val="3A3937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9525"/>
              <a:ext cx="1974687" cy="1238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125340" y="3540616"/>
            <a:ext cx="6747024" cy="1323119"/>
            <a:chOff x="0" y="0"/>
            <a:chExt cx="1974687" cy="38724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74687" cy="387244"/>
            </a:xfrm>
            <a:custGeom>
              <a:avLst/>
              <a:gdLst/>
              <a:ahLst/>
              <a:cxnLst/>
              <a:rect r="r" b="b" t="t" l="l"/>
              <a:pathLst>
                <a:path h="387244" w="1974687">
                  <a:moveTo>
                    <a:pt x="27539" y="0"/>
                  </a:moveTo>
                  <a:lnTo>
                    <a:pt x="1947148" y="0"/>
                  </a:lnTo>
                  <a:cubicBezTo>
                    <a:pt x="1962358" y="0"/>
                    <a:pt x="1974687" y="12330"/>
                    <a:pt x="1974687" y="27539"/>
                  </a:cubicBezTo>
                  <a:lnTo>
                    <a:pt x="1974687" y="359705"/>
                  </a:lnTo>
                  <a:cubicBezTo>
                    <a:pt x="1974687" y="374915"/>
                    <a:pt x="1962358" y="387244"/>
                    <a:pt x="1947148" y="387244"/>
                  </a:cubicBezTo>
                  <a:lnTo>
                    <a:pt x="27539" y="387244"/>
                  </a:lnTo>
                  <a:cubicBezTo>
                    <a:pt x="12330" y="387244"/>
                    <a:pt x="0" y="374915"/>
                    <a:pt x="0" y="359705"/>
                  </a:cubicBezTo>
                  <a:lnTo>
                    <a:pt x="0" y="27539"/>
                  </a:lnTo>
                  <a:cubicBezTo>
                    <a:pt x="0" y="12330"/>
                    <a:pt x="12330" y="0"/>
                    <a:pt x="27539" y="0"/>
                  </a:cubicBezTo>
                  <a:close/>
                </a:path>
              </a:pathLst>
            </a:custGeom>
            <a:solidFill>
              <a:srgbClr val="8BBD94"/>
            </a:solidFill>
            <a:ln w="19050" cap="rnd">
              <a:solidFill>
                <a:srgbClr val="3A3937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9525"/>
              <a:ext cx="1974687" cy="3777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9751318" y="3826064"/>
            <a:ext cx="5495069" cy="7712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8" id="18"/>
          <p:cNvSpPr txBox="true"/>
          <p:nvPr/>
        </p:nvSpPr>
        <p:spPr>
          <a:xfrm rot="0">
            <a:off x="4293089" y="904875"/>
            <a:ext cx="9701823" cy="12763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1" id="21"/>
          <p:cNvSpPr txBox="true"/>
          <p:nvPr/>
        </p:nvSpPr>
        <p:spPr>
          <a:xfrm rot="0">
            <a:off x="10035011" y="5776807"/>
            <a:ext cx="4927683" cy="2642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5111" r="0" b="-15111"/>
            </a:stretch>
          </a:blipFill>
        </p:spPr>
        <p:txBody>
          <a:bodyPr/>
          <a:p/>
        </p:txBody>
      </p:sp>
      <p:grpSp>
        <p:nvGrpSpPr>
          <p:cNvPr name="Group 3" id="3"/>
          <p:cNvGrpSpPr/>
          <p:nvPr/>
        </p:nvGrpSpPr>
        <p:grpSpPr>
          <a:xfrm rot="0">
            <a:off x="-1309551" y="-812902"/>
            <a:ext cx="12717770" cy="11912803"/>
            <a:chOff x="0" y="0"/>
            <a:chExt cx="3349536" cy="313752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49536" cy="3137528"/>
            </a:xfrm>
            <a:custGeom>
              <a:avLst/>
              <a:gdLst/>
              <a:ahLst/>
              <a:cxnLst/>
              <a:rect r="r" b="b" t="t" l="l"/>
              <a:pathLst>
                <a:path h="3137528" w="3349536">
                  <a:moveTo>
                    <a:pt x="0" y="0"/>
                  </a:moveTo>
                  <a:lnTo>
                    <a:pt x="3349536" y="0"/>
                  </a:lnTo>
                  <a:lnTo>
                    <a:pt x="3349536" y="3137528"/>
                  </a:lnTo>
                  <a:lnTo>
                    <a:pt x="0" y="3137528"/>
                  </a:lnTo>
                  <a:close/>
                </a:path>
              </a:pathLst>
            </a:custGeom>
            <a:solidFill>
              <a:srgbClr val="60AA8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38100"/>
              <a:ext cx="3349536" cy="30994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3134006" y="2317525"/>
            <a:ext cx="3422741" cy="5651950"/>
          </a:xfrm>
          <a:custGeom>
            <a:avLst/>
            <a:gdLst/>
            <a:ahLst/>
            <a:cxnLst/>
            <a:rect r="r" b="b" t="t" l="l"/>
            <a:pathLst>
              <a:path h="5651950" w="3422741">
                <a:moveTo>
                  <a:pt x="0" y="0"/>
                </a:moveTo>
                <a:lnTo>
                  <a:pt x="3422741" y="0"/>
                </a:lnTo>
                <a:lnTo>
                  <a:pt x="3422741" y="5651950"/>
                </a:lnTo>
                <a:lnTo>
                  <a:pt x="0" y="565195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1409700" y="2185360"/>
            <a:ext cx="9540934" cy="22738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8" id="8"/>
          <p:cNvSpPr txBox="true"/>
          <p:nvPr/>
        </p:nvSpPr>
        <p:spPr>
          <a:xfrm rot="0">
            <a:off x="1409700" y="4718360"/>
            <a:ext cx="7512993" cy="3230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6519518" y="8877959"/>
            <a:ext cx="2417247" cy="3026207"/>
          </a:xfrm>
          <a:custGeom>
            <a:avLst/>
            <a:gdLst/>
            <a:ahLst/>
            <a:cxnLst/>
            <a:rect r="r" b="b" t="t" l="l"/>
            <a:pathLst>
              <a:path h="3026207" w="2417247">
                <a:moveTo>
                  <a:pt x="0" y="0"/>
                </a:moveTo>
                <a:lnTo>
                  <a:pt x="2417246" y="0"/>
                </a:lnTo>
                <a:lnTo>
                  <a:pt x="2417246" y="3026206"/>
                </a:lnTo>
                <a:lnTo>
                  <a:pt x="0" y="30262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2977530" y="-1286370"/>
            <a:ext cx="2832552" cy="2588549"/>
          </a:xfrm>
          <a:custGeom>
            <a:avLst/>
            <a:gdLst/>
            <a:ahLst/>
            <a:cxnLst/>
            <a:rect r="r" b="b" t="t" l="l"/>
            <a:pathLst>
              <a:path h="2588549" w="2832552">
                <a:moveTo>
                  <a:pt x="0" y="0"/>
                </a:moveTo>
                <a:lnTo>
                  <a:pt x="2832552" y="0"/>
                </a:lnTo>
                <a:lnTo>
                  <a:pt x="2832552" y="2588549"/>
                </a:lnTo>
                <a:lnTo>
                  <a:pt x="0" y="258854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6346052" y="-689971"/>
            <a:ext cx="3001354" cy="2584054"/>
          </a:xfrm>
          <a:custGeom>
            <a:avLst/>
            <a:gdLst/>
            <a:ahLst/>
            <a:cxnLst/>
            <a:rect r="r" b="b" t="t" l="l"/>
            <a:pathLst>
              <a:path h="2584054" w="3001354">
                <a:moveTo>
                  <a:pt x="0" y="0"/>
                </a:moveTo>
                <a:lnTo>
                  <a:pt x="3001355" y="0"/>
                </a:lnTo>
                <a:lnTo>
                  <a:pt x="3001355" y="2584053"/>
                </a:lnTo>
                <a:lnTo>
                  <a:pt x="0" y="258405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9670189" y="8779896"/>
            <a:ext cx="2906484" cy="3014207"/>
          </a:xfrm>
          <a:custGeom>
            <a:avLst/>
            <a:gdLst/>
            <a:ahLst/>
            <a:cxnLst/>
            <a:rect r="r" b="b" t="t" l="l"/>
            <a:pathLst>
              <a:path h="3014207" w="2906484">
                <a:moveTo>
                  <a:pt x="0" y="0"/>
                </a:moveTo>
                <a:lnTo>
                  <a:pt x="2906485" y="0"/>
                </a:lnTo>
                <a:lnTo>
                  <a:pt x="2906485" y="3014208"/>
                </a:lnTo>
                <a:lnTo>
                  <a:pt x="0" y="301420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17259300" y="5033991"/>
            <a:ext cx="2138114" cy="2604359"/>
          </a:xfrm>
          <a:custGeom>
            <a:avLst/>
            <a:gdLst/>
            <a:ahLst/>
            <a:cxnLst/>
            <a:rect r="r" b="b" t="t" l="l"/>
            <a:pathLst>
              <a:path h="2604359" w="2138114">
                <a:moveTo>
                  <a:pt x="0" y="0"/>
                </a:moveTo>
                <a:lnTo>
                  <a:pt x="2138114" y="0"/>
                </a:lnTo>
                <a:lnTo>
                  <a:pt x="2138114" y="2604359"/>
                </a:lnTo>
                <a:lnTo>
                  <a:pt x="0" y="260435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2313073" y="-1659845"/>
            <a:ext cx="2975403" cy="3123761"/>
          </a:xfrm>
          <a:custGeom>
            <a:avLst/>
            <a:gdLst/>
            <a:ahLst/>
            <a:cxnLst/>
            <a:rect r="r" b="b" t="t" l="l"/>
            <a:pathLst>
              <a:path h="3123761" w="2975403">
                <a:moveTo>
                  <a:pt x="0" y="0"/>
                </a:moveTo>
                <a:lnTo>
                  <a:pt x="2975403" y="0"/>
                </a:lnTo>
                <a:lnTo>
                  <a:pt x="2975403" y="3123761"/>
                </a:lnTo>
                <a:lnTo>
                  <a:pt x="0" y="312376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0">
            <a:off x="3044371" y="8566988"/>
            <a:ext cx="2741722" cy="2626777"/>
          </a:xfrm>
          <a:custGeom>
            <a:avLst/>
            <a:gdLst/>
            <a:ahLst/>
            <a:cxnLst/>
            <a:rect r="r" b="b" t="t" l="l"/>
            <a:pathLst>
              <a:path h="2626777" w="2741722">
                <a:moveTo>
                  <a:pt x="0" y="0"/>
                </a:moveTo>
                <a:lnTo>
                  <a:pt x="2741722" y="0"/>
                </a:lnTo>
                <a:lnTo>
                  <a:pt x="2741722" y="2626777"/>
                </a:lnTo>
                <a:lnTo>
                  <a:pt x="0" y="2626777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-2097645" y="3518455"/>
            <a:ext cx="3427404" cy="3031072"/>
          </a:xfrm>
          <a:custGeom>
            <a:avLst/>
            <a:gdLst/>
            <a:ahLst/>
            <a:cxnLst/>
            <a:rect r="r" b="b" t="t" l="l"/>
            <a:pathLst>
              <a:path h="3031072" w="3427404">
                <a:moveTo>
                  <a:pt x="0" y="0"/>
                </a:moveTo>
                <a:lnTo>
                  <a:pt x="3427404" y="0"/>
                </a:lnTo>
                <a:lnTo>
                  <a:pt x="3427404" y="3031072"/>
                </a:lnTo>
                <a:lnTo>
                  <a:pt x="0" y="3031072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1" id="11"/>
          <p:cNvSpPr/>
          <p:nvPr/>
        </p:nvSpPr>
        <p:spPr>
          <a:xfrm flipH="false" flipV="false" rot="0">
            <a:off x="-916995" y="7470165"/>
            <a:ext cx="3227941" cy="3676843"/>
          </a:xfrm>
          <a:custGeom>
            <a:avLst/>
            <a:gdLst/>
            <a:ahLst/>
            <a:cxnLst/>
            <a:rect r="r" b="b" t="t" l="l"/>
            <a:pathLst>
              <a:path h="3676843" w="3227941">
                <a:moveTo>
                  <a:pt x="0" y="0"/>
                </a:moveTo>
                <a:lnTo>
                  <a:pt x="3227941" y="0"/>
                </a:lnTo>
                <a:lnTo>
                  <a:pt x="3227941" y="3676843"/>
                </a:lnTo>
                <a:lnTo>
                  <a:pt x="0" y="3676843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2" id="12"/>
          <p:cNvSpPr/>
          <p:nvPr/>
        </p:nvSpPr>
        <p:spPr>
          <a:xfrm flipH="false" flipV="false" rot="0">
            <a:off x="16858779" y="8450325"/>
            <a:ext cx="2163234" cy="3572134"/>
          </a:xfrm>
          <a:custGeom>
            <a:avLst/>
            <a:gdLst/>
            <a:ahLst/>
            <a:cxnLst/>
            <a:rect r="r" b="b" t="t" l="l"/>
            <a:pathLst>
              <a:path h="3572134" w="2163234">
                <a:moveTo>
                  <a:pt x="0" y="0"/>
                </a:moveTo>
                <a:lnTo>
                  <a:pt x="2163234" y="0"/>
                </a:lnTo>
                <a:lnTo>
                  <a:pt x="2163234" y="3572134"/>
                </a:lnTo>
                <a:lnTo>
                  <a:pt x="0" y="3572134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-916995" y="-985177"/>
            <a:ext cx="2636713" cy="3573727"/>
          </a:xfrm>
          <a:custGeom>
            <a:avLst/>
            <a:gdLst/>
            <a:ahLst/>
            <a:cxnLst/>
            <a:rect r="r" b="b" t="t" l="l"/>
            <a:pathLst>
              <a:path h="3573727" w="2636713">
                <a:moveTo>
                  <a:pt x="0" y="0"/>
                </a:moveTo>
                <a:lnTo>
                  <a:pt x="2636712" y="0"/>
                </a:lnTo>
                <a:lnTo>
                  <a:pt x="2636712" y="3573726"/>
                </a:lnTo>
                <a:lnTo>
                  <a:pt x="0" y="3573726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4" id="14"/>
          <p:cNvSpPr/>
          <p:nvPr/>
        </p:nvSpPr>
        <p:spPr>
          <a:xfrm flipH="false" flipV="false" rot="0">
            <a:off x="13202548" y="9200929"/>
            <a:ext cx="3030355" cy="2380266"/>
          </a:xfrm>
          <a:custGeom>
            <a:avLst/>
            <a:gdLst/>
            <a:ahLst/>
            <a:cxnLst/>
            <a:rect r="r" b="b" t="t" l="l"/>
            <a:pathLst>
              <a:path h="2380266" w="3030355">
                <a:moveTo>
                  <a:pt x="0" y="0"/>
                </a:moveTo>
                <a:lnTo>
                  <a:pt x="3030356" y="0"/>
                </a:lnTo>
                <a:lnTo>
                  <a:pt x="3030356" y="2380266"/>
                </a:lnTo>
                <a:lnTo>
                  <a:pt x="0" y="2380266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8074943" y="-1400144"/>
            <a:ext cx="2138114" cy="2604359"/>
          </a:xfrm>
          <a:custGeom>
            <a:avLst/>
            <a:gdLst/>
            <a:ahLst/>
            <a:cxnLst/>
            <a:rect r="r" b="b" t="t" l="l"/>
            <a:pathLst>
              <a:path h="2604359" w="2138114">
                <a:moveTo>
                  <a:pt x="0" y="0"/>
                </a:moveTo>
                <a:lnTo>
                  <a:pt x="2138114" y="0"/>
                </a:lnTo>
                <a:lnTo>
                  <a:pt x="2138114" y="2604359"/>
                </a:lnTo>
                <a:lnTo>
                  <a:pt x="0" y="260435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6" id="16"/>
          <p:cNvSpPr/>
          <p:nvPr/>
        </p:nvSpPr>
        <p:spPr>
          <a:xfrm flipH="false" flipV="false" rot="0">
            <a:off x="17487449" y="2460237"/>
            <a:ext cx="2055840" cy="2573754"/>
          </a:xfrm>
          <a:custGeom>
            <a:avLst/>
            <a:gdLst/>
            <a:ahLst/>
            <a:cxnLst/>
            <a:rect r="r" b="b" t="t" l="l"/>
            <a:pathLst>
              <a:path h="2573754" w="2055840">
                <a:moveTo>
                  <a:pt x="0" y="0"/>
                </a:moveTo>
                <a:lnTo>
                  <a:pt x="2055840" y="0"/>
                </a:lnTo>
                <a:lnTo>
                  <a:pt x="2055840" y="2573754"/>
                </a:lnTo>
                <a:lnTo>
                  <a:pt x="0" y="25737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7"/>
          <p:cNvSpPr/>
          <p:nvPr/>
        </p:nvSpPr>
        <p:spPr>
          <a:xfrm flipH="false" flipV="false" rot="0">
            <a:off x="10803607" y="-1810090"/>
            <a:ext cx="1848187" cy="3014305"/>
          </a:xfrm>
          <a:custGeom>
            <a:avLst/>
            <a:gdLst/>
            <a:ahLst/>
            <a:cxnLst/>
            <a:rect r="r" b="b" t="t" l="l"/>
            <a:pathLst>
              <a:path h="3014305" w="1848187">
                <a:moveTo>
                  <a:pt x="0" y="0"/>
                </a:moveTo>
                <a:lnTo>
                  <a:pt x="1848187" y="0"/>
                </a:lnTo>
                <a:lnTo>
                  <a:pt x="1848187" y="3014305"/>
                </a:lnTo>
                <a:lnTo>
                  <a:pt x="0" y="3014305"/>
                </a:lnTo>
                <a:lnTo>
                  <a:pt x="0" y="0"/>
                </a:lnTo>
                <a:close/>
              </a:path>
            </a:pathLst>
          </a:custGeom>
          <a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8" id="18"/>
          <p:cNvSpPr/>
          <p:nvPr/>
        </p:nvSpPr>
        <p:spPr>
          <a:xfrm flipH="false" flipV="false" rot="0">
            <a:off x="5879026" y="-985177"/>
            <a:ext cx="1464000" cy="2189392"/>
          </a:xfrm>
          <a:custGeom>
            <a:avLst/>
            <a:gdLst/>
            <a:ahLst/>
            <a:cxnLst/>
            <a:rect r="r" b="b" t="t" l="l"/>
            <a:pathLst>
              <a:path h="2189392" w="1464000">
                <a:moveTo>
                  <a:pt x="0" y="0"/>
                </a:moveTo>
                <a:lnTo>
                  <a:pt x="1464000" y="0"/>
                </a:lnTo>
                <a:lnTo>
                  <a:pt x="1464000" y="2189392"/>
                </a:lnTo>
                <a:lnTo>
                  <a:pt x="0" y="2189392"/>
                </a:lnTo>
                <a:lnTo>
                  <a:pt x="0" y="0"/>
                </a:lnTo>
                <a:close/>
              </a:path>
            </a:pathLst>
          </a:custGeom>
          <a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3578707" y="2843328"/>
            <a:ext cx="11130587" cy="43717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DAG54UPu7m0</dc:identifier>
  <dcterms:modified xsi:type="dcterms:W3CDTF">2011-08-01T06:04:30Z</dcterms:modified>
  <cp:revision>1</cp:revision>
  <dc:title>Green Modern Financial Management Presentation</dc:title>
</cp:coreProperties>
</file>