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Libra Serif Modern" charset="1" panose="02000503080000020004"/>
      <p:regular r:id="rId18"/>
    </p:embeddedFont>
    <p:embeddedFont>
      <p:font typeface="Arimo" charset="1" panose="020B06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font" Target="fonts/font18.fntdata"/><Relationship Id="rId19" Type="http://schemas.openxmlformats.org/officeDocument/2006/relationships/font" Target="fonts/font19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Relationship Id="rId16" Type="http://schemas.openxmlformats.org/officeDocument/2006/relationships/image" Target="../media/image15.png"/><Relationship Id="rId17" Type="http://schemas.openxmlformats.org/officeDocument/2006/relationships/image" Target="../media/image16.svg"/><Relationship Id="rId18" Type="http://schemas.openxmlformats.org/officeDocument/2006/relationships/image" Target="../media/image17.png"/><Relationship Id="rId19" Type="http://schemas.openxmlformats.org/officeDocument/2006/relationships/image" Target="../media/image18.svg"/><Relationship Id="rId20" Type="http://schemas.openxmlformats.org/officeDocument/2006/relationships/image" Target="../media/image19.png"/><Relationship Id="rId21" Type="http://schemas.openxmlformats.org/officeDocument/2006/relationships/image" Target="../media/image20.svg"/><Relationship Id="rId22" Type="http://schemas.openxmlformats.org/officeDocument/2006/relationships/image" Target="../media/image21.png"/><Relationship Id="rId23" Type="http://schemas.openxmlformats.org/officeDocument/2006/relationships/image" Target="../media/image2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Relationship Id="rId16" Type="http://schemas.openxmlformats.org/officeDocument/2006/relationships/image" Target="../media/image15.png"/><Relationship Id="rId17" Type="http://schemas.openxmlformats.org/officeDocument/2006/relationships/image" Target="../media/image16.svg"/><Relationship Id="rId18" Type="http://schemas.openxmlformats.org/officeDocument/2006/relationships/image" Target="../media/image17.png"/><Relationship Id="rId19" Type="http://schemas.openxmlformats.org/officeDocument/2006/relationships/image" Target="../media/image18.svg"/><Relationship Id="rId20" Type="http://schemas.openxmlformats.org/officeDocument/2006/relationships/image" Target="../media/image21.png"/><Relationship Id="rId21" Type="http://schemas.openxmlformats.org/officeDocument/2006/relationships/image" Target="../media/image22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Relationship Id="rId16" Type="http://schemas.openxmlformats.org/officeDocument/2006/relationships/image" Target="../media/image15.png"/><Relationship Id="rId17" Type="http://schemas.openxmlformats.org/officeDocument/2006/relationships/image" Target="../media/image16.svg"/><Relationship Id="rId18" Type="http://schemas.openxmlformats.org/officeDocument/2006/relationships/image" Target="../media/image17.png"/><Relationship Id="rId19" Type="http://schemas.openxmlformats.org/officeDocument/2006/relationships/image" Target="../media/image18.svg"/><Relationship Id="rId20" Type="http://schemas.openxmlformats.org/officeDocument/2006/relationships/image" Target="../media/image21.png"/><Relationship Id="rId21" Type="http://schemas.openxmlformats.org/officeDocument/2006/relationships/image" Target="../media/image22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Relationship Id="rId16" Type="http://schemas.openxmlformats.org/officeDocument/2006/relationships/image" Target="../media/image15.png"/><Relationship Id="rId17" Type="http://schemas.openxmlformats.org/officeDocument/2006/relationships/image" Target="../media/image16.svg"/><Relationship Id="rId18" Type="http://schemas.openxmlformats.org/officeDocument/2006/relationships/image" Target="../media/image17.png"/><Relationship Id="rId19" Type="http://schemas.openxmlformats.org/officeDocument/2006/relationships/image" Target="../media/image18.svg"/><Relationship Id="rId20" Type="http://schemas.openxmlformats.org/officeDocument/2006/relationships/image" Target="../media/image21.png"/><Relationship Id="rId21" Type="http://schemas.openxmlformats.org/officeDocument/2006/relationships/image" Target="../media/image22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Relationship Id="rId16" Type="http://schemas.openxmlformats.org/officeDocument/2006/relationships/image" Target="../media/image15.png"/><Relationship Id="rId17" Type="http://schemas.openxmlformats.org/officeDocument/2006/relationships/image" Target="../media/image16.svg"/><Relationship Id="rId18" Type="http://schemas.openxmlformats.org/officeDocument/2006/relationships/image" Target="../media/image17.png"/><Relationship Id="rId19" Type="http://schemas.openxmlformats.org/officeDocument/2006/relationships/image" Target="../media/image18.svg"/><Relationship Id="rId20" Type="http://schemas.openxmlformats.org/officeDocument/2006/relationships/image" Target="../media/image21.png"/><Relationship Id="rId21" Type="http://schemas.openxmlformats.org/officeDocument/2006/relationships/image" Target="../media/image22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Relationship Id="rId16" Type="http://schemas.openxmlformats.org/officeDocument/2006/relationships/image" Target="../media/image15.png"/><Relationship Id="rId17" Type="http://schemas.openxmlformats.org/officeDocument/2006/relationships/image" Target="../media/image16.svg"/><Relationship Id="rId18" Type="http://schemas.openxmlformats.org/officeDocument/2006/relationships/image" Target="../media/image17.png"/><Relationship Id="rId19" Type="http://schemas.openxmlformats.org/officeDocument/2006/relationships/image" Target="../media/image18.svg"/><Relationship Id="rId20" Type="http://schemas.openxmlformats.org/officeDocument/2006/relationships/image" Target="../media/image21.png"/><Relationship Id="rId21" Type="http://schemas.openxmlformats.org/officeDocument/2006/relationships/image" Target="../media/image22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Relationship Id="rId16" Type="http://schemas.openxmlformats.org/officeDocument/2006/relationships/image" Target="../media/image15.png"/><Relationship Id="rId17" Type="http://schemas.openxmlformats.org/officeDocument/2006/relationships/image" Target="../media/image16.svg"/><Relationship Id="rId18" Type="http://schemas.openxmlformats.org/officeDocument/2006/relationships/image" Target="../media/image17.png"/><Relationship Id="rId19" Type="http://schemas.openxmlformats.org/officeDocument/2006/relationships/image" Target="../media/image18.svg"/><Relationship Id="rId20" Type="http://schemas.openxmlformats.org/officeDocument/2006/relationships/image" Target="../media/image21.png"/><Relationship Id="rId21" Type="http://schemas.openxmlformats.org/officeDocument/2006/relationships/image" Target="../media/image22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Relationship Id="rId16" Type="http://schemas.openxmlformats.org/officeDocument/2006/relationships/image" Target="../media/image15.png"/><Relationship Id="rId17" Type="http://schemas.openxmlformats.org/officeDocument/2006/relationships/image" Target="../media/image16.svg"/><Relationship Id="rId18" Type="http://schemas.openxmlformats.org/officeDocument/2006/relationships/image" Target="../media/image17.png"/><Relationship Id="rId19" Type="http://schemas.openxmlformats.org/officeDocument/2006/relationships/image" Target="../media/image18.svg"/><Relationship Id="rId20" Type="http://schemas.openxmlformats.org/officeDocument/2006/relationships/image" Target="../media/image21.png"/><Relationship Id="rId21" Type="http://schemas.openxmlformats.org/officeDocument/2006/relationships/image" Target="../media/image22.svg"/><Relationship Id="rId22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Relationship Id="rId16" Type="http://schemas.openxmlformats.org/officeDocument/2006/relationships/image" Target="../media/image15.png"/><Relationship Id="rId17" Type="http://schemas.openxmlformats.org/officeDocument/2006/relationships/image" Target="../media/image16.svg"/><Relationship Id="rId18" Type="http://schemas.openxmlformats.org/officeDocument/2006/relationships/image" Target="../media/image17.png"/><Relationship Id="rId19" Type="http://schemas.openxmlformats.org/officeDocument/2006/relationships/image" Target="../media/image18.svg"/><Relationship Id="rId20" Type="http://schemas.openxmlformats.org/officeDocument/2006/relationships/image" Target="../media/image21.png"/><Relationship Id="rId21" Type="http://schemas.openxmlformats.org/officeDocument/2006/relationships/image" Target="../media/image22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Relationship Id="rId16" Type="http://schemas.openxmlformats.org/officeDocument/2006/relationships/image" Target="../media/image15.png"/><Relationship Id="rId17" Type="http://schemas.openxmlformats.org/officeDocument/2006/relationships/image" Target="../media/image16.svg"/><Relationship Id="rId18" Type="http://schemas.openxmlformats.org/officeDocument/2006/relationships/image" Target="../media/image17.png"/><Relationship Id="rId19" Type="http://schemas.openxmlformats.org/officeDocument/2006/relationships/image" Target="../media/image18.svg"/><Relationship Id="rId20" Type="http://schemas.openxmlformats.org/officeDocument/2006/relationships/image" Target="../media/image21.png"/><Relationship Id="rId21" Type="http://schemas.openxmlformats.org/officeDocument/2006/relationships/image" Target="../media/image22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Relationship Id="rId16" Type="http://schemas.openxmlformats.org/officeDocument/2006/relationships/image" Target="../media/image15.png"/><Relationship Id="rId17" Type="http://schemas.openxmlformats.org/officeDocument/2006/relationships/image" Target="../media/image16.svg"/><Relationship Id="rId18" Type="http://schemas.openxmlformats.org/officeDocument/2006/relationships/image" Target="../media/image17.png"/><Relationship Id="rId19" Type="http://schemas.openxmlformats.org/officeDocument/2006/relationships/image" Target="../media/image18.svg"/><Relationship Id="rId20" Type="http://schemas.openxmlformats.org/officeDocument/2006/relationships/image" Target="../media/image21.png"/><Relationship Id="rId21" Type="http://schemas.openxmlformats.org/officeDocument/2006/relationships/image" Target="../media/image22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png"/><Relationship Id="rId15" Type="http://schemas.openxmlformats.org/officeDocument/2006/relationships/image" Target="../media/image14.svg"/><Relationship Id="rId16" Type="http://schemas.openxmlformats.org/officeDocument/2006/relationships/image" Target="../media/image15.png"/><Relationship Id="rId17" Type="http://schemas.openxmlformats.org/officeDocument/2006/relationships/image" Target="../media/image16.svg"/><Relationship Id="rId18" Type="http://schemas.openxmlformats.org/officeDocument/2006/relationships/image" Target="../media/image17.png"/><Relationship Id="rId19" Type="http://schemas.openxmlformats.org/officeDocument/2006/relationships/image" Target="../media/image18.svg"/><Relationship Id="rId20" Type="http://schemas.openxmlformats.org/officeDocument/2006/relationships/image" Target="../media/image21.png"/><Relationship Id="rId21" Type="http://schemas.openxmlformats.org/officeDocument/2006/relationships/image" Target="../media/image22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3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92501" y="7281192"/>
            <a:ext cx="5385002" cy="5348958"/>
          </a:xfrm>
          <a:custGeom>
            <a:avLst/>
            <a:gdLst/>
            <a:ahLst/>
            <a:cxnLst/>
            <a:rect r="r" b="b" t="t" l="l"/>
            <a:pathLst>
              <a:path h="5348958" w="5385002">
                <a:moveTo>
                  <a:pt x="0" y="0"/>
                </a:moveTo>
                <a:lnTo>
                  <a:pt x="5385002" y="0"/>
                </a:lnTo>
                <a:lnTo>
                  <a:pt x="5385002" y="5348958"/>
                </a:lnTo>
                <a:lnTo>
                  <a:pt x="0" y="5348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725974">
            <a:off x="741672" y="7723397"/>
            <a:ext cx="2360960" cy="3069806"/>
          </a:xfrm>
          <a:custGeom>
            <a:avLst/>
            <a:gdLst/>
            <a:ahLst/>
            <a:cxnLst/>
            <a:rect r="r" b="b" t="t" l="l"/>
            <a:pathLst>
              <a:path h="3069806" w="2360960">
                <a:moveTo>
                  <a:pt x="0" y="0"/>
                </a:moveTo>
                <a:lnTo>
                  <a:pt x="2360960" y="0"/>
                </a:lnTo>
                <a:lnTo>
                  <a:pt x="2360960" y="3069806"/>
                </a:lnTo>
                <a:lnTo>
                  <a:pt x="0" y="30698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2723499" y="-1028700"/>
            <a:ext cx="5891811" cy="4114800"/>
          </a:xfrm>
          <a:custGeom>
            <a:avLst/>
            <a:gdLst/>
            <a:ahLst/>
            <a:cxnLst/>
            <a:rect r="r" b="b" t="t" l="l"/>
            <a:pathLst>
              <a:path h="4114800" w="5891811">
                <a:moveTo>
                  <a:pt x="0" y="0"/>
                </a:moveTo>
                <a:lnTo>
                  <a:pt x="5891811" y="0"/>
                </a:lnTo>
                <a:lnTo>
                  <a:pt x="58918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-767362" y="7135308"/>
            <a:ext cx="1534723" cy="3149619"/>
          </a:xfrm>
          <a:custGeom>
            <a:avLst/>
            <a:gdLst/>
            <a:ahLst/>
            <a:cxnLst/>
            <a:rect r="r" b="b" t="t" l="l"/>
            <a:pathLst>
              <a:path h="3149619" w="1534723">
                <a:moveTo>
                  <a:pt x="0" y="0"/>
                </a:moveTo>
                <a:lnTo>
                  <a:pt x="1534724" y="0"/>
                </a:lnTo>
                <a:lnTo>
                  <a:pt x="1534724" y="3149619"/>
                </a:lnTo>
                <a:lnTo>
                  <a:pt x="0" y="31496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true" rot="0">
            <a:off x="15669404" y="-1176338"/>
            <a:ext cx="2356658" cy="4114800"/>
          </a:xfrm>
          <a:custGeom>
            <a:avLst/>
            <a:gdLst/>
            <a:ahLst/>
            <a:cxnLst/>
            <a:rect r="r" b="b" t="t" l="l"/>
            <a:pathLst>
              <a:path h="4114800" w="2356658">
                <a:moveTo>
                  <a:pt x="0" y="4114800"/>
                </a:moveTo>
                <a:lnTo>
                  <a:pt x="2356658" y="4114800"/>
                </a:lnTo>
                <a:lnTo>
                  <a:pt x="235665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true" flipV="true" rot="0">
            <a:off x="11268750" y="-3086100"/>
            <a:ext cx="4084874" cy="4114800"/>
          </a:xfrm>
          <a:custGeom>
            <a:avLst/>
            <a:gdLst/>
            <a:ahLst/>
            <a:cxnLst/>
            <a:rect r="r" b="b" t="t" l="l"/>
            <a:pathLst>
              <a:path h="4114800" w="4084874">
                <a:moveTo>
                  <a:pt x="40848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84875" y="0"/>
                </a:lnTo>
                <a:lnTo>
                  <a:pt x="4084875" y="411480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7764059">
            <a:off x="18174414" y="5961170"/>
            <a:ext cx="1332113" cy="2348276"/>
          </a:xfrm>
          <a:custGeom>
            <a:avLst/>
            <a:gdLst/>
            <a:ahLst/>
            <a:cxnLst/>
            <a:rect r="r" b="b" t="t" l="l"/>
            <a:pathLst>
              <a:path h="2348276" w="1332113">
                <a:moveTo>
                  <a:pt x="0" y="0"/>
                </a:moveTo>
                <a:lnTo>
                  <a:pt x="1332113" y="0"/>
                </a:lnTo>
                <a:lnTo>
                  <a:pt x="1332113" y="2348276"/>
                </a:lnTo>
                <a:lnTo>
                  <a:pt x="0" y="23482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true" flipV="true" rot="1705823">
            <a:off x="-1776194" y="-1669347"/>
            <a:ext cx="4544424" cy="5000495"/>
          </a:xfrm>
          <a:custGeom>
            <a:avLst/>
            <a:gdLst/>
            <a:ahLst/>
            <a:cxnLst/>
            <a:rect r="r" b="b" t="t" l="l"/>
            <a:pathLst>
              <a:path h="5000495" w="4544424">
                <a:moveTo>
                  <a:pt x="4544424" y="5000495"/>
                </a:moveTo>
                <a:lnTo>
                  <a:pt x="0" y="5000495"/>
                </a:lnTo>
                <a:lnTo>
                  <a:pt x="0" y="0"/>
                </a:lnTo>
                <a:lnTo>
                  <a:pt x="4544424" y="0"/>
                </a:lnTo>
                <a:lnTo>
                  <a:pt x="4544424" y="5000495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-4649661">
            <a:off x="-1781036" y="-1337789"/>
            <a:ext cx="3059392" cy="2675578"/>
          </a:xfrm>
          <a:custGeom>
            <a:avLst/>
            <a:gdLst/>
            <a:ahLst/>
            <a:cxnLst/>
            <a:rect r="r" b="b" t="t" l="l"/>
            <a:pathLst>
              <a:path h="2675578" w="3059392">
                <a:moveTo>
                  <a:pt x="0" y="0"/>
                </a:moveTo>
                <a:lnTo>
                  <a:pt x="3059392" y="0"/>
                </a:lnTo>
                <a:lnTo>
                  <a:pt x="3059392" y="2675578"/>
                </a:lnTo>
                <a:lnTo>
                  <a:pt x="0" y="267557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2498674" y="5282423"/>
            <a:ext cx="1185862" cy="1185862"/>
          </a:xfrm>
          <a:custGeom>
            <a:avLst/>
            <a:gdLst/>
            <a:ahLst/>
            <a:cxnLst/>
            <a:rect r="r" b="b" t="t" l="l"/>
            <a:pathLst>
              <a:path h="1185862" w="1185862">
                <a:moveTo>
                  <a:pt x="0" y="0"/>
                </a:moveTo>
                <a:lnTo>
                  <a:pt x="1185863" y="0"/>
                </a:lnTo>
                <a:lnTo>
                  <a:pt x="1185863" y="1185863"/>
                </a:lnTo>
                <a:lnTo>
                  <a:pt x="0" y="118586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3732927" y="3347699"/>
            <a:ext cx="10822147" cy="3857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13962142" y="2938462"/>
            <a:ext cx="1185862" cy="1185862"/>
          </a:xfrm>
          <a:custGeom>
            <a:avLst/>
            <a:gdLst/>
            <a:ahLst/>
            <a:cxnLst/>
            <a:rect r="r" b="b" t="t" l="l"/>
            <a:pathLst>
              <a:path h="1185862" w="1185862">
                <a:moveTo>
                  <a:pt x="0" y="0"/>
                </a:moveTo>
                <a:lnTo>
                  <a:pt x="1185863" y="0"/>
                </a:lnTo>
                <a:lnTo>
                  <a:pt x="1185863" y="1185863"/>
                </a:lnTo>
                <a:lnTo>
                  <a:pt x="0" y="118586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1923989">
            <a:off x="15580204" y="8278508"/>
            <a:ext cx="4049570" cy="3799676"/>
          </a:xfrm>
          <a:custGeom>
            <a:avLst/>
            <a:gdLst/>
            <a:ahLst/>
            <a:cxnLst/>
            <a:rect r="r" b="b" t="t" l="l"/>
            <a:pathLst>
              <a:path h="3799676" w="4049570">
                <a:moveTo>
                  <a:pt x="0" y="0"/>
                </a:moveTo>
                <a:lnTo>
                  <a:pt x="4049570" y="0"/>
                </a:lnTo>
                <a:lnTo>
                  <a:pt x="4049570" y="3799676"/>
                </a:lnTo>
                <a:lnTo>
                  <a:pt x="0" y="379967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5" id="15"/>
          <p:cNvSpPr txBox="true"/>
          <p:nvPr/>
        </p:nvSpPr>
        <p:spPr>
          <a:xfrm rot="0">
            <a:off x="4870140" y="6995816"/>
            <a:ext cx="8547721" cy="467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3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92501" y="7281192"/>
            <a:ext cx="5385002" cy="5348958"/>
          </a:xfrm>
          <a:custGeom>
            <a:avLst/>
            <a:gdLst/>
            <a:ahLst/>
            <a:cxnLst/>
            <a:rect r="r" b="b" t="t" l="l"/>
            <a:pathLst>
              <a:path h="5348958" w="5385002">
                <a:moveTo>
                  <a:pt x="0" y="0"/>
                </a:moveTo>
                <a:lnTo>
                  <a:pt x="5385002" y="0"/>
                </a:lnTo>
                <a:lnTo>
                  <a:pt x="5385002" y="5348958"/>
                </a:lnTo>
                <a:lnTo>
                  <a:pt x="0" y="5348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725974">
            <a:off x="741672" y="7723397"/>
            <a:ext cx="2360960" cy="3069806"/>
          </a:xfrm>
          <a:custGeom>
            <a:avLst/>
            <a:gdLst/>
            <a:ahLst/>
            <a:cxnLst/>
            <a:rect r="r" b="b" t="t" l="l"/>
            <a:pathLst>
              <a:path h="3069806" w="2360960">
                <a:moveTo>
                  <a:pt x="0" y="0"/>
                </a:moveTo>
                <a:lnTo>
                  <a:pt x="2360960" y="0"/>
                </a:lnTo>
                <a:lnTo>
                  <a:pt x="2360960" y="3069806"/>
                </a:lnTo>
                <a:lnTo>
                  <a:pt x="0" y="30698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2723499" y="-1028700"/>
            <a:ext cx="5891811" cy="4114800"/>
          </a:xfrm>
          <a:custGeom>
            <a:avLst/>
            <a:gdLst/>
            <a:ahLst/>
            <a:cxnLst/>
            <a:rect r="r" b="b" t="t" l="l"/>
            <a:pathLst>
              <a:path h="4114800" w="5891811">
                <a:moveTo>
                  <a:pt x="0" y="0"/>
                </a:moveTo>
                <a:lnTo>
                  <a:pt x="5891811" y="0"/>
                </a:lnTo>
                <a:lnTo>
                  <a:pt x="58918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-767362" y="7135308"/>
            <a:ext cx="1534723" cy="3149619"/>
          </a:xfrm>
          <a:custGeom>
            <a:avLst/>
            <a:gdLst/>
            <a:ahLst/>
            <a:cxnLst/>
            <a:rect r="r" b="b" t="t" l="l"/>
            <a:pathLst>
              <a:path h="3149619" w="1534723">
                <a:moveTo>
                  <a:pt x="0" y="0"/>
                </a:moveTo>
                <a:lnTo>
                  <a:pt x="1534724" y="0"/>
                </a:lnTo>
                <a:lnTo>
                  <a:pt x="1534724" y="3149619"/>
                </a:lnTo>
                <a:lnTo>
                  <a:pt x="0" y="31496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true" rot="0">
            <a:off x="15669404" y="-1176338"/>
            <a:ext cx="2356658" cy="4114800"/>
          </a:xfrm>
          <a:custGeom>
            <a:avLst/>
            <a:gdLst/>
            <a:ahLst/>
            <a:cxnLst/>
            <a:rect r="r" b="b" t="t" l="l"/>
            <a:pathLst>
              <a:path h="4114800" w="2356658">
                <a:moveTo>
                  <a:pt x="0" y="4114800"/>
                </a:moveTo>
                <a:lnTo>
                  <a:pt x="2356658" y="4114800"/>
                </a:lnTo>
                <a:lnTo>
                  <a:pt x="235665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true" flipV="true" rot="0">
            <a:off x="11268750" y="-3086100"/>
            <a:ext cx="4084874" cy="4114800"/>
          </a:xfrm>
          <a:custGeom>
            <a:avLst/>
            <a:gdLst/>
            <a:ahLst/>
            <a:cxnLst/>
            <a:rect r="r" b="b" t="t" l="l"/>
            <a:pathLst>
              <a:path h="4114800" w="4084874">
                <a:moveTo>
                  <a:pt x="40848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84875" y="0"/>
                </a:lnTo>
                <a:lnTo>
                  <a:pt x="4084875" y="411480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7764059">
            <a:off x="18174414" y="5961170"/>
            <a:ext cx="1332113" cy="2348276"/>
          </a:xfrm>
          <a:custGeom>
            <a:avLst/>
            <a:gdLst/>
            <a:ahLst/>
            <a:cxnLst/>
            <a:rect r="r" b="b" t="t" l="l"/>
            <a:pathLst>
              <a:path h="2348276" w="1332113">
                <a:moveTo>
                  <a:pt x="0" y="0"/>
                </a:moveTo>
                <a:lnTo>
                  <a:pt x="1332113" y="0"/>
                </a:lnTo>
                <a:lnTo>
                  <a:pt x="1332113" y="2348276"/>
                </a:lnTo>
                <a:lnTo>
                  <a:pt x="0" y="23482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true" flipV="true" rot="1705823">
            <a:off x="-1776194" y="-1669347"/>
            <a:ext cx="4544424" cy="5000495"/>
          </a:xfrm>
          <a:custGeom>
            <a:avLst/>
            <a:gdLst/>
            <a:ahLst/>
            <a:cxnLst/>
            <a:rect r="r" b="b" t="t" l="l"/>
            <a:pathLst>
              <a:path h="5000495" w="4544424">
                <a:moveTo>
                  <a:pt x="4544424" y="5000495"/>
                </a:moveTo>
                <a:lnTo>
                  <a:pt x="0" y="5000495"/>
                </a:lnTo>
                <a:lnTo>
                  <a:pt x="0" y="0"/>
                </a:lnTo>
                <a:lnTo>
                  <a:pt x="4544424" y="0"/>
                </a:lnTo>
                <a:lnTo>
                  <a:pt x="4544424" y="5000495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-4649661">
            <a:off x="-1781036" y="-1337789"/>
            <a:ext cx="3059392" cy="2675578"/>
          </a:xfrm>
          <a:custGeom>
            <a:avLst/>
            <a:gdLst/>
            <a:ahLst/>
            <a:cxnLst/>
            <a:rect r="r" b="b" t="t" l="l"/>
            <a:pathLst>
              <a:path h="2675578" w="3059392">
                <a:moveTo>
                  <a:pt x="0" y="0"/>
                </a:moveTo>
                <a:lnTo>
                  <a:pt x="3059392" y="0"/>
                </a:lnTo>
                <a:lnTo>
                  <a:pt x="3059392" y="2675578"/>
                </a:lnTo>
                <a:lnTo>
                  <a:pt x="0" y="267557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1923989">
            <a:off x="15580204" y="8278508"/>
            <a:ext cx="4049570" cy="3799676"/>
          </a:xfrm>
          <a:custGeom>
            <a:avLst/>
            <a:gdLst/>
            <a:ahLst/>
            <a:cxnLst/>
            <a:rect r="r" b="b" t="t" l="l"/>
            <a:pathLst>
              <a:path h="3799676" w="4049570">
                <a:moveTo>
                  <a:pt x="0" y="0"/>
                </a:moveTo>
                <a:lnTo>
                  <a:pt x="4049570" y="0"/>
                </a:lnTo>
                <a:lnTo>
                  <a:pt x="4049570" y="3799676"/>
                </a:lnTo>
                <a:lnTo>
                  <a:pt x="0" y="379967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4558557" y="3292475"/>
            <a:ext cx="9170887" cy="121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3" id="13"/>
          <p:cNvSpPr txBox="true"/>
          <p:nvPr/>
        </p:nvSpPr>
        <p:spPr>
          <a:xfrm rot="0">
            <a:off x="4870140" y="4973320"/>
            <a:ext cx="8547721" cy="467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4" id="14"/>
          <p:cNvSpPr txBox="true"/>
          <p:nvPr/>
        </p:nvSpPr>
        <p:spPr>
          <a:xfrm rot="0">
            <a:off x="4870140" y="5907405"/>
            <a:ext cx="8547721" cy="467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5" id="15"/>
          <p:cNvSpPr txBox="true"/>
          <p:nvPr/>
        </p:nvSpPr>
        <p:spPr>
          <a:xfrm rot="0">
            <a:off x="4870140" y="6841490"/>
            <a:ext cx="8547721" cy="467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3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92501" y="7281192"/>
            <a:ext cx="5385002" cy="5348958"/>
          </a:xfrm>
          <a:custGeom>
            <a:avLst/>
            <a:gdLst/>
            <a:ahLst/>
            <a:cxnLst/>
            <a:rect r="r" b="b" t="t" l="l"/>
            <a:pathLst>
              <a:path h="5348958" w="5385002">
                <a:moveTo>
                  <a:pt x="0" y="0"/>
                </a:moveTo>
                <a:lnTo>
                  <a:pt x="5385002" y="0"/>
                </a:lnTo>
                <a:lnTo>
                  <a:pt x="5385002" y="5348958"/>
                </a:lnTo>
                <a:lnTo>
                  <a:pt x="0" y="5348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725974">
            <a:off x="741672" y="7723397"/>
            <a:ext cx="2360960" cy="3069806"/>
          </a:xfrm>
          <a:custGeom>
            <a:avLst/>
            <a:gdLst/>
            <a:ahLst/>
            <a:cxnLst/>
            <a:rect r="r" b="b" t="t" l="l"/>
            <a:pathLst>
              <a:path h="3069806" w="2360960">
                <a:moveTo>
                  <a:pt x="0" y="0"/>
                </a:moveTo>
                <a:lnTo>
                  <a:pt x="2360960" y="0"/>
                </a:lnTo>
                <a:lnTo>
                  <a:pt x="2360960" y="3069806"/>
                </a:lnTo>
                <a:lnTo>
                  <a:pt x="0" y="30698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2723499" y="-1028700"/>
            <a:ext cx="5891811" cy="4114800"/>
          </a:xfrm>
          <a:custGeom>
            <a:avLst/>
            <a:gdLst/>
            <a:ahLst/>
            <a:cxnLst/>
            <a:rect r="r" b="b" t="t" l="l"/>
            <a:pathLst>
              <a:path h="4114800" w="5891811">
                <a:moveTo>
                  <a:pt x="0" y="0"/>
                </a:moveTo>
                <a:lnTo>
                  <a:pt x="5891811" y="0"/>
                </a:lnTo>
                <a:lnTo>
                  <a:pt x="58918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-767362" y="7135308"/>
            <a:ext cx="1534723" cy="3149619"/>
          </a:xfrm>
          <a:custGeom>
            <a:avLst/>
            <a:gdLst/>
            <a:ahLst/>
            <a:cxnLst/>
            <a:rect r="r" b="b" t="t" l="l"/>
            <a:pathLst>
              <a:path h="3149619" w="1534723">
                <a:moveTo>
                  <a:pt x="0" y="0"/>
                </a:moveTo>
                <a:lnTo>
                  <a:pt x="1534724" y="0"/>
                </a:lnTo>
                <a:lnTo>
                  <a:pt x="1534724" y="3149619"/>
                </a:lnTo>
                <a:lnTo>
                  <a:pt x="0" y="31496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true" rot="0">
            <a:off x="15669404" y="-1176338"/>
            <a:ext cx="2356658" cy="4114800"/>
          </a:xfrm>
          <a:custGeom>
            <a:avLst/>
            <a:gdLst/>
            <a:ahLst/>
            <a:cxnLst/>
            <a:rect r="r" b="b" t="t" l="l"/>
            <a:pathLst>
              <a:path h="4114800" w="2356658">
                <a:moveTo>
                  <a:pt x="0" y="4114800"/>
                </a:moveTo>
                <a:lnTo>
                  <a:pt x="2356658" y="4114800"/>
                </a:lnTo>
                <a:lnTo>
                  <a:pt x="235665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true" flipV="true" rot="0">
            <a:off x="11268750" y="-3086100"/>
            <a:ext cx="4084874" cy="4114800"/>
          </a:xfrm>
          <a:custGeom>
            <a:avLst/>
            <a:gdLst/>
            <a:ahLst/>
            <a:cxnLst/>
            <a:rect r="r" b="b" t="t" l="l"/>
            <a:pathLst>
              <a:path h="4114800" w="4084874">
                <a:moveTo>
                  <a:pt x="40848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84875" y="0"/>
                </a:lnTo>
                <a:lnTo>
                  <a:pt x="4084875" y="411480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7764059">
            <a:off x="18174414" y="5961170"/>
            <a:ext cx="1332113" cy="2348276"/>
          </a:xfrm>
          <a:custGeom>
            <a:avLst/>
            <a:gdLst/>
            <a:ahLst/>
            <a:cxnLst/>
            <a:rect r="r" b="b" t="t" l="l"/>
            <a:pathLst>
              <a:path h="2348276" w="1332113">
                <a:moveTo>
                  <a:pt x="0" y="0"/>
                </a:moveTo>
                <a:lnTo>
                  <a:pt x="1332113" y="0"/>
                </a:lnTo>
                <a:lnTo>
                  <a:pt x="1332113" y="2348276"/>
                </a:lnTo>
                <a:lnTo>
                  <a:pt x="0" y="23482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true" flipV="true" rot="1705823">
            <a:off x="-1776194" y="-1669347"/>
            <a:ext cx="4544424" cy="5000495"/>
          </a:xfrm>
          <a:custGeom>
            <a:avLst/>
            <a:gdLst/>
            <a:ahLst/>
            <a:cxnLst/>
            <a:rect r="r" b="b" t="t" l="l"/>
            <a:pathLst>
              <a:path h="5000495" w="4544424">
                <a:moveTo>
                  <a:pt x="4544424" y="5000495"/>
                </a:moveTo>
                <a:lnTo>
                  <a:pt x="0" y="5000495"/>
                </a:lnTo>
                <a:lnTo>
                  <a:pt x="0" y="0"/>
                </a:lnTo>
                <a:lnTo>
                  <a:pt x="4544424" y="0"/>
                </a:lnTo>
                <a:lnTo>
                  <a:pt x="4544424" y="5000495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-4649661">
            <a:off x="-1781036" y="-1337789"/>
            <a:ext cx="3059392" cy="2675578"/>
          </a:xfrm>
          <a:custGeom>
            <a:avLst/>
            <a:gdLst/>
            <a:ahLst/>
            <a:cxnLst/>
            <a:rect r="r" b="b" t="t" l="l"/>
            <a:pathLst>
              <a:path h="2675578" w="3059392">
                <a:moveTo>
                  <a:pt x="0" y="0"/>
                </a:moveTo>
                <a:lnTo>
                  <a:pt x="3059392" y="0"/>
                </a:lnTo>
                <a:lnTo>
                  <a:pt x="3059392" y="2675578"/>
                </a:lnTo>
                <a:lnTo>
                  <a:pt x="0" y="267557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1923989">
            <a:off x="15580204" y="8278508"/>
            <a:ext cx="4049570" cy="3799676"/>
          </a:xfrm>
          <a:custGeom>
            <a:avLst/>
            <a:gdLst/>
            <a:ahLst/>
            <a:cxnLst/>
            <a:rect r="r" b="b" t="t" l="l"/>
            <a:pathLst>
              <a:path h="3799676" w="4049570">
                <a:moveTo>
                  <a:pt x="0" y="0"/>
                </a:moveTo>
                <a:lnTo>
                  <a:pt x="4049570" y="0"/>
                </a:lnTo>
                <a:lnTo>
                  <a:pt x="4049570" y="3799676"/>
                </a:lnTo>
                <a:lnTo>
                  <a:pt x="0" y="379967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3844182" y="2614452"/>
            <a:ext cx="10599637" cy="121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3" id="13"/>
          <p:cNvSpPr txBox="true"/>
          <p:nvPr/>
        </p:nvSpPr>
        <p:spPr>
          <a:xfrm rot="0">
            <a:off x="3483981" y="4074765"/>
            <a:ext cx="11320038" cy="391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3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92501" y="7281192"/>
            <a:ext cx="5385002" cy="5348958"/>
          </a:xfrm>
          <a:custGeom>
            <a:avLst/>
            <a:gdLst/>
            <a:ahLst/>
            <a:cxnLst/>
            <a:rect r="r" b="b" t="t" l="l"/>
            <a:pathLst>
              <a:path h="5348958" w="5385002">
                <a:moveTo>
                  <a:pt x="0" y="0"/>
                </a:moveTo>
                <a:lnTo>
                  <a:pt x="5385002" y="0"/>
                </a:lnTo>
                <a:lnTo>
                  <a:pt x="5385002" y="5348958"/>
                </a:lnTo>
                <a:lnTo>
                  <a:pt x="0" y="5348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725974">
            <a:off x="741672" y="7723397"/>
            <a:ext cx="2360960" cy="3069806"/>
          </a:xfrm>
          <a:custGeom>
            <a:avLst/>
            <a:gdLst/>
            <a:ahLst/>
            <a:cxnLst/>
            <a:rect r="r" b="b" t="t" l="l"/>
            <a:pathLst>
              <a:path h="3069806" w="2360960">
                <a:moveTo>
                  <a:pt x="0" y="0"/>
                </a:moveTo>
                <a:lnTo>
                  <a:pt x="2360960" y="0"/>
                </a:lnTo>
                <a:lnTo>
                  <a:pt x="2360960" y="3069806"/>
                </a:lnTo>
                <a:lnTo>
                  <a:pt x="0" y="30698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2723499" y="-1028700"/>
            <a:ext cx="5891811" cy="4114800"/>
          </a:xfrm>
          <a:custGeom>
            <a:avLst/>
            <a:gdLst/>
            <a:ahLst/>
            <a:cxnLst/>
            <a:rect r="r" b="b" t="t" l="l"/>
            <a:pathLst>
              <a:path h="4114800" w="5891811">
                <a:moveTo>
                  <a:pt x="0" y="0"/>
                </a:moveTo>
                <a:lnTo>
                  <a:pt x="5891811" y="0"/>
                </a:lnTo>
                <a:lnTo>
                  <a:pt x="58918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-767362" y="7135308"/>
            <a:ext cx="1534723" cy="3149619"/>
          </a:xfrm>
          <a:custGeom>
            <a:avLst/>
            <a:gdLst/>
            <a:ahLst/>
            <a:cxnLst/>
            <a:rect r="r" b="b" t="t" l="l"/>
            <a:pathLst>
              <a:path h="3149619" w="1534723">
                <a:moveTo>
                  <a:pt x="0" y="0"/>
                </a:moveTo>
                <a:lnTo>
                  <a:pt x="1534724" y="0"/>
                </a:lnTo>
                <a:lnTo>
                  <a:pt x="1534724" y="3149619"/>
                </a:lnTo>
                <a:lnTo>
                  <a:pt x="0" y="31496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true" rot="0">
            <a:off x="15669404" y="-1176338"/>
            <a:ext cx="2356658" cy="4114800"/>
          </a:xfrm>
          <a:custGeom>
            <a:avLst/>
            <a:gdLst/>
            <a:ahLst/>
            <a:cxnLst/>
            <a:rect r="r" b="b" t="t" l="l"/>
            <a:pathLst>
              <a:path h="4114800" w="2356658">
                <a:moveTo>
                  <a:pt x="0" y="4114800"/>
                </a:moveTo>
                <a:lnTo>
                  <a:pt x="2356658" y="4114800"/>
                </a:lnTo>
                <a:lnTo>
                  <a:pt x="235665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true" flipV="true" rot="0">
            <a:off x="11268750" y="-3086100"/>
            <a:ext cx="4084874" cy="4114800"/>
          </a:xfrm>
          <a:custGeom>
            <a:avLst/>
            <a:gdLst/>
            <a:ahLst/>
            <a:cxnLst/>
            <a:rect r="r" b="b" t="t" l="l"/>
            <a:pathLst>
              <a:path h="4114800" w="4084874">
                <a:moveTo>
                  <a:pt x="40848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84875" y="0"/>
                </a:lnTo>
                <a:lnTo>
                  <a:pt x="4084875" y="411480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7764059">
            <a:off x="18174414" y="5961170"/>
            <a:ext cx="1332113" cy="2348276"/>
          </a:xfrm>
          <a:custGeom>
            <a:avLst/>
            <a:gdLst/>
            <a:ahLst/>
            <a:cxnLst/>
            <a:rect r="r" b="b" t="t" l="l"/>
            <a:pathLst>
              <a:path h="2348276" w="1332113">
                <a:moveTo>
                  <a:pt x="0" y="0"/>
                </a:moveTo>
                <a:lnTo>
                  <a:pt x="1332113" y="0"/>
                </a:lnTo>
                <a:lnTo>
                  <a:pt x="1332113" y="2348276"/>
                </a:lnTo>
                <a:lnTo>
                  <a:pt x="0" y="23482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true" flipV="true" rot="1705823">
            <a:off x="-1776194" y="-1669347"/>
            <a:ext cx="4544424" cy="5000495"/>
          </a:xfrm>
          <a:custGeom>
            <a:avLst/>
            <a:gdLst/>
            <a:ahLst/>
            <a:cxnLst/>
            <a:rect r="r" b="b" t="t" l="l"/>
            <a:pathLst>
              <a:path h="5000495" w="4544424">
                <a:moveTo>
                  <a:pt x="4544424" y="5000495"/>
                </a:moveTo>
                <a:lnTo>
                  <a:pt x="0" y="5000495"/>
                </a:lnTo>
                <a:lnTo>
                  <a:pt x="0" y="0"/>
                </a:lnTo>
                <a:lnTo>
                  <a:pt x="4544424" y="0"/>
                </a:lnTo>
                <a:lnTo>
                  <a:pt x="4544424" y="5000495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-4649661">
            <a:off x="-1781036" y="-1337789"/>
            <a:ext cx="3059392" cy="2675578"/>
          </a:xfrm>
          <a:custGeom>
            <a:avLst/>
            <a:gdLst/>
            <a:ahLst/>
            <a:cxnLst/>
            <a:rect r="r" b="b" t="t" l="l"/>
            <a:pathLst>
              <a:path h="2675578" w="3059392">
                <a:moveTo>
                  <a:pt x="0" y="0"/>
                </a:moveTo>
                <a:lnTo>
                  <a:pt x="3059392" y="0"/>
                </a:lnTo>
                <a:lnTo>
                  <a:pt x="3059392" y="2675578"/>
                </a:lnTo>
                <a:lnTo>
                  <a:pt x="0" y="267557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1923989">
            <a:off x="15580204" y="8278508"/>
            <a:ext cx="4049570" cy="3799676"/>
          </a:xfrm>
          <a:custGeom>
            <a:avLst/>
            <a:gdLst/>
            <a:ahLst/>
            <a:cxnLst/>
            <a:rect r="r" b="b" t="t" l="l"/>
            <a:pathLst>
              <a:path h="3799676" w="4049570">
                <a:moveTo>
                  <a:pt x="0" y="0"/>
                </a:moveTo>
                <a:lnTo>
                  <a:pt x="4049570" y="0"/>
                </a:lnTo>
                <a:lnTo>
                  <a:pt x="4049570" y="3799676"/>
                </a:lnTo>
                <a:lnTo>
                  <a:pt x="0" y="379967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3844182" y="2614452"/>
            <a:ext cx="10599637" cy="121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3" id="13"/>
          <p:cNvSpPr txBox="true"/>
          <p:nvPr/>
        </p:nvSpPr>
        <p:spPr>
          <a:xfrm rot="0">
            <a:off x="3483981" y="4074765"/>
            <a:ext cx="11320038" cy="391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3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92501" y="7281192"/>
            <a:ext cx="5385002" cy="5348958"/>
          </a:xfrm>
          <a:custGeom>
            <a:avLst/>
            <a:gdLst/>
            <a:ahLst/>
            <a:cxnLst/>
            <a:rect r="r" b="b" t="t" l="l"/>
            <a:pathLst>
              <a:path h="5348958" w="5385002">
                <a:moveTo>
                  <a:pt x="0" y="0"/>
                </a:moveTo>
                <a:lnTo>
                  <a:pt x="5385002" y="0"/>
                </a:lnTo>
                <a:lnTo>
                  <a:pt x="5385002" y="5348958"/>
                </a:lnTo>
                <a:lnTo>
                  <a:pt x="0" y="5348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725974">
            <a:off x="741672" y="7723397"/>
            <a:ext cx="2360960" cy="3069806"/>
          </a:xfrm>
          <a:custGeom>
            <a:avLst/>
            <a:gdLst/>
            <a:ahLst/>
            <a:cxnLst/>
            <a:rect r="r" b="b" t="t" l="l"/>
            <a:pathLst>
              <a:path h="3069806" w="2360960">
                <a:moveTo>
                  <a:pt x="0" y="0"/>
                </a:moveTo>
                <a:lnTo>
                  <a:pt x="2360960" y="0"/>
                </a:lnTo>
                <a:lnTo>
                  <a:pt x="2360960" y="3069806"/>
                </a:lnTo>
                <a:lnTo>
                  <a:pt x="0" y="30698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2723499" y="-1028700"/>
            <a:ext cx="5891811" cy="4114800"/>
          </a:xfrm>
          <a:custGeom>
            <a:avLst/>
            <a:gdLst/>
            <a:ahLst/>
            <a:cxnLst/>
            <a:rect r="r" b="b" t="t" l="l"/>
            <a:pathLst>
              <a:path h="4114800" w="5891811">
                <a:moveTo>
                  <a:pt x="0" y="0"/>
                </a:moveTo>
                <a:lnTo>
                  <a:pt x="5891811" y="0"/>
                </a:lnTo>
                <a:lnTo>
                  <a:pt x="58918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-767362" y="7135308"/>
            <a:ext cx="1534723" cy="3149619"/>
          </a:xfrm>
          <a:custGeom>
            <a:avLst/>
            <a:gdLst/>
            <a:ahLst/>
            <a:cxnLst/>
            <a:rect r="r" b="b" t="t" l="l"/>
            <a:pathLst>
              <a:path h="3149619" w="1534723">
                <a:moveTo>
                  <a:pt x="0" y="0"/>
                </a:moveTo>
                <a:lnTo>
                  <a:pt x="1534724" y="0"/>
                </a:lnTo>
                <a:lnTo>
                  <a:pt x="1534724" y="3149619"/>
                </a:lnTo>
                <a:lnTo>
                  <a:pt x="0" y="31496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true" rot="0">
            <a:off x="15669404" y="-1176338"/>
            <a:ext cx="2356658" cy="4114800"/>
          </a:xfrm>
          <a:custGeom>
            <a:avLst/>
            <a:gdLst/>
            <a:ahLst/>
            <a:cxnLst/>
            <a:rect r="r" b="b" t="t" l="l"/>
            <a:pathLst>
              <a:path h="4114800" w="2356658">
                <a:moveTo>
                  <a:pt x="0" y="4114800"/>
                </a:moveTo>
                <a:lnTo>
                  <a:pt x="2356658" y="4114800"/>
                </a:lnTo>
                <a:lnTo>
                  <a:pt x="235665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true" flipV="true" rot="0">
            <a:off x="11268750" y="-3086100"/>
            <a:ext cx="4084874" cy="4114800"/>
          </a:xfrm>
          <a:custGeom>
            <a:avLst/>
            <a:gdLst/>
            <a:ahLst/>
            <a:cxnLst/>
            <a:rect r="r" b="b" t="t" l="l"/>
            <a:pathLst>
              <a:path h="4114800" w="4084874">
                <a:moveTo>
                  <a:pt x="40848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84875" y="0"/>
                </a:lnTo>
                <a:lnTo>
                  <a:pt x="4084875" y="411480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7764059">
            <a:off x="18174414" y="5961170"/>
            <a:ext cx="1332113" cy="2348276"/>
          </a:xfrm>
          <a:custGeom>
            <a:avLst/>
            <a:gdLst/>
            <a:ahLst/>
            <a:cxnLst/>
            <a:rect r="r" b="b" t="t" l="l"/>
            <a:pathLst>
              <a:path h="2348276" w="1332113">
                <a:moveTo>
                  <a:pt x="0" y="0"/>
                </a:moveTo>
                <a:lnTo>
                  <a:pt x="1332113" y="0"/>
                </a:lnTo>
                <a:lnTo>
                  <a:pt x="1332113" y="2348276"/>
                </a:lnTo>
                <a:lnTo>
                  <a:pt x="0" y="23482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true" flipV="true" rot="1705823">
            <a:off x="-1776194" y="-1669347"/>
            <a:ext cx="4544424" cy="5000495"/>
          </a:xfrm>
          <a:custGeom>
            <a:avLst/>
            <a:gdLst/>
            <a:ahLst/>
            <a:cxnLst/>
            <a:rect r="r" b="b" t="t" l="l"/>
            <a:pathLst>
              <a:path h="5000495" w="4544424">
                <a:moveTo>
                  <a:pt x="4544424" y="5000495"/>
                </a:moveTo>
                <a:lnTo>
                  <a:pt x="0" y="5000495"/>
                </a:lnTo>
                <a:lnTo>
                  <a:pt x="0" y="0"/>
                </a:lnTo>
                <a:lnTo>
                  <a:pt x="4544424" y="0"/>
                </a:lnTo>
                <a:lnTo>
                  <a:pt x="4544424" y="5000495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-4649661">
            <a:off x="-1781036" y="-1337789"/>
            <a:ext cx="3059392" cy="2675578"/>
          </a:xfrm>
          <a:custGeom>
            <a:avLst/>
            <a:gdLst/>
            <a:ahLst/>
            <a:cxnLst/>
            <a:rect r="r" b="b" t="t" l="l"/>
            <a:pathLst>
              <a:path h="2675578" w="3059392">
                <a:moveTo>
                  <a:pt x="0" y="0"/>
                </a:moveTo>
                <a:lnTo>
                  <a:pt x="3059392" y="0"/>
                </a:lnTo>
                <a:lnTo>
                  <a:pt x="3059392" y="2675578"/>
                </a:lnTo>
                <a:lnTo>
                  <a:pt x="0" y="267557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1923989">
            <a:off x="15580204" y="8278508"/>
            <a:ext cx="4049570" cy="3799676"/>
          </a:xfrm>
          <a:custGeom>
            <a:avLst/>
            <a:gdLst/>
            <a:ahLst/>
            <a:cxnLst/>
            <a:rect r="r" b="b" t="t" l="l"/>
            <a:pathLst>
              <a:path h="3799676" w="4049570">
                <a:moveTo>
                  <a:pt x="0" y="0"/>
                </a:moveTo>
                <a:lnTo>
                  <a:pt x="4049570" y="0"/>
                </a:lnTo>
                <a:lnTo>
                  <a:pt x="4049570" y="3799676"/>
                </a:lnTo>
                <a:lnTo>
                  <a:pt x="0" y="379967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3844182" y="2614452"/>
            <a:ext cx="10599637" cy="121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3" id="13"/>
          <p:cNvSpPr txBox="true"/>
          <p:nvPr/>
        </p:nvSpPr>
        <p:spPr>
          <a:xfrm rot="0">
            <a:off x="3209178" y="4074765"/>
            <a:ext cx="5660019" cy="391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4" id="14"/>
          <p:cNvSpPr txBox="true"/>
          <p:nvPr/>
        </p:nvSpPr>
        <p:spPr>
          <a:xfrm rot="0">
            <a:off x="9418803" y="4074765"/>
            <a:ext cx="5660019" cy="391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3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92501" y="7281192"/>
            <a:ext cx="5385002" cy="5348958"/>
          </a:xfrm>
          <a:custGeom>
            <a:avLst/>
            <a:gdLst/>
            <a:ahLst/>
            <a:cxnLst/>
            <a:rect r="r" b="b" t="t" l="l"/>
            <a:pathLst>
              <a:path h="5348958" w="5385002">
                <a:moveTo>
                  <a:pt x="0" y="0"/>
                </a:moveTo>
                <a:lnTo>
                  <a:pt x="5385002" y="0"/>
                </a:lnTo>
                <a:lnTo>
                  <a:pt x="5385002" y="5348958"/>
                </a:lnTo>
                <a:lnTo>
                  <a:pt x="0" y="5348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725974">
            <a:off x="741672" y="7723397"/>
            <a:ext cx="2360960" cy="3069806"/>
          </a:xfrm>
          <a:custGeom>
            <a:avLst/>
            <a:gdLst/>
            <a:ahLst/>
            <a:cxnLst/>
            <a:rect r="r" b="b" t="t" l="l"/>
            <a:pathLst>
              <a:path h="3069806" w="2360960">
                <a:moveTo>
                  <a:pt x="0" y="0"/>
                </a:moveTo>
                <a:lnTo>
                  <a:pt x="2360960" y="0"/>
                </a:lnTo>
                <a:lnTo>
                  <a:pt x="2360960" y="3069806"/>
                </a:lnTo>
                <a:lnTo>
                  <a:pt x="0" y="30698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2723499" y="-1028700"/>
            <a:ext cx="5891811" cy="4114800"/>
          </a:xfrm>
          <a:custGeom>
            <a:avLst/>
            <a:gdLst/>
            <a:ahLst/>
            <a:cxnLst/>
            <a:rect r="r" b="b" t="t" l="l"/>
            <a:pathLst>
              <a:path h="4114800" w="5891811">
                <a:moveTo>
                  <a:pt x="0" y="0"/>
                </a:moveTo>
                <a:lnTo>
                  <a:pt x="5891811" y="0"/>
                </a:lnTo>
                <a:lnTo>
                  <a:pt x="58918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-767362" y="7135308"/>
            <a:ext cx="1534723" cy="3149619"/>
          </a:xfrm>
          <a:custGeom>
            <a:avLst/>
            <a:gdLst/>
            <a:ahLst/>
            <a:cxnLst/>
            <a:rect r="r" b="b" t="t" l="l"/>
            <a:pathLst>
              <a:path h="3149619" w="1534723">
                <a:moveTo>
                  <a:pt x="0" y="0"/>
                </a:moveTo>
                <a:lnTo>
                  <a:pt x="1534724" y="0"/>
                </a:lnTo>
                <a:lnTo>
                  <a:pt x="1534724" y="3149619"/>
                </a:lnTo>
                <a:lnTo>
                  <a:pt x="0" y="31496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true" rot="0">
            <a:off x="15669404" y="-1176338"/>
            <a:ext cx="2356658" cy="4114800"/>
          </a:xfrm>
          <a:custGeom>
            <a:avLst/>
            <a:gdLst/>
            <a:ahLst/>
            <a:cxnLst/>
            <a:rect r="r" b="b" t="t" l="l"/>
            <a:pathLst>
              <a:path h="4114800" w="2356658">
                <a:moveTo>
                  <a:pt x="0" y="4114800"/>
                </a:moveTo>
                <a:lnTo>
                  <a:pt x="2356658" y="4114800"/>
                </a:lnTo>
                <a:lnTo>
                  <a:pt x="235665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true" flipV="true" rot="0">
            <a:off x="11268750" y="-3086100"/>
            <a:ext cx="4084874" cy="4114800"/>
          </a:xfrm>
          <a:custGeom>
            <a:avLst/>
            <a:gdLst/>
            <a:ahLst/>
            <a:cxnLst/>
            <a:rect r="r" b="b" t="t" l="l"/>
            <a:pathLst>
              <a:path h="4114800" w="4084874">
                <a:moveTo>
                  <a:pt x="40848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84875" y="0"/>
                </a:lnTo>
                <a:lnTo>
                  <a:pt x="4084875" y="411480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7764059">
            <a:off x="18174414" y="5961170"/>
            <a:ext cx="1332113" cy="2348276"/>
          </a:xfrm>
          <a:custGeom>
            <a:avLst/>
            <a:gdLst/>
            <a:ahLst/>
            <a:cxnLst/>
            <a:rect r="r" b="b" t="t" l="l"/>
            <a:pathLst>
              <a:path h="2348276" w="1332113">
                <a:moveTo>
                  <a:pt x="0" y="0"/>
                </a:moveTo>
                <a:lnTo>
                  <a:pt x="1332113" y="0"/>
                </a:lnTo>
                <a:lnTo>
                  <a:pt x="1332113" y="2348276"/>
                </a:lnTo>
                <a:lnTo>
                  <a:pt x="0" y="23482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true" flipV="true" rot="1705823">
            <a:off x="-1776194" y="-1669347"/>
            <a:ext cx="4544424" cy="5000495"/>
          </a:xfrm>
          <a:custGeom>
            <a:avLst/>
            <a:gdLst/>
            <a:ahLst/>
            <a:cxnLst/>
            <a:rect r="r" b="b" t="t" l="l"/>
            <a:pathLst>
              <a:path h="5000495" w="4544424">
                <a:moveTo>
                  <a:pt x="4544424" y="5000495"/>
                </a:moveTo>
                <a:lnTo>
                  <a:pt x="0" y="5000495"/>
                </a:lnTo>
                <a:lnTo>
                  <a:pt x="0" y="0"/>
                </a:lnTo>
                <a:lnTo>
                  <a:pt x="4544424" y="0"/>
                </a:lnTo>
                <a:lnTo>
                  <a:pt x="4544424" y="5000495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-4649661">
            <a:off x="-1781036" y="-1337789"/>
            <a:ext cx="3059392" cy="2675578"/>
          </a:xfrm>
          <a:custGeom>
            <a:avLst/>
            <a:gdLst/>
            <a:ahLst/>
            <a:cxnLst/>
            <a:rect r="r" b="b" t="t" l="l"/>
            <a:pathLst>
              <a:path h="2675578" w="3059392">
                <a:moveTo>
                  <a:pt x="0" y="0"/>
                </a:moveTo>
                <a:lnTo>
                  <a:pt x="3059392" y="0"/>
                </a:lnTo>
                <a:lnTo>
                  <a:pt x="3059392" y="2675578"/>
                </a:lnTo>
                <a:lnTo>
                  <a:pt x="0" y="267557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1923989">
            <a:off x="15580204" y="8278508"/>
            <a:ext cx="4049570" cy="3799676"/>
          </a:xfrm>
          <a:custGeom>
            <a:avLst/>
            <a:gdLst/>
            <a:ahLst/>
            <a:cxnLst/>
            <a:rect r="r" b="b" t="t" l="l"/>
            <a:pathLst>
              <a:path h="3799676" w="4049570">
                <a:moveTo>
                  <a:pt x="0" y="0"/>
                </a:moveTo>
                <a:lnTo>
                  <a:pt x="4049570" y="0"/>
                </a:lnTo>
                <a:lnTo>
                  <a:pt x="4049570" y="3799676"/>
                </a:lnTo>
                <a:lnTo>
                  <a:pt x="0" y="379967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3844182" y="2852862"/>
            <a:ext cx="10599637" cy="121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3" id="13"/>
          <p:cNvSpPr txBox="true"/>
          <p:nvPr/>
        </p:nvSpPr>
        <p:spPr>
          <a:xfrm rot="0">
            <a:off x="4330249" y="4313175"/>
            <a:ext cx="4391559" cy="1483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4" id="14"/>
          <p:cNvSpPr txBox="true"/>
          <p:nvPr/>
        </p:nvSpPr>
        <p:spPr>
          <a:xfrm rot="0">
            <a:off x="2929274" y="4748285"/>
            <a:ext cx="1177455" cy="822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5" id="15"/>
          <p:cNvSpPr txBox="true"/>
          <p:nvPr/>
        </p:nvSpPr>
        <p:spPr>
          <a:xfrm rot="0">
            <a:off x="10967167" y="4313175"/>
            <a:ext cx="4391559" cy="1483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6" id="16"/>
          <p:cNvSpPr txBox="true"/>
          <p:nvPr/>
        </p:nvSpPr>
        <p:spPr>
          <a:xfrm rot="0">
            <a:off x="9566192" y="4748285"/>
            <a:ext cx="1177455" cy="822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7" id="17"/>
          <p:cNvSpPr txBox="true"/>
          <p:nvPr/>
        </p:nvSpPr>
        <p:spPr>
          <a:xfrm rot="0">
            <a:off x="4330249" y="6265230"/>
            <a:ext cx="4391559" cy="1483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8" id="18"/>
          <p:cNvSpPr txBox="true"/>
          <p:nvPr/>
        </p:nvSpPr>
        <p:spPr>
          <a:xfrm rot="0">
            <a:off x="2929274" y="6700340"/>
            <a:ext cx="1177455" cy="822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9" id="19"/>
          <p:cNvSpPr txBox="true"/>
          <p:nvPr/>
        </p:nvSpPr>
        <p:spPr>
          <a:xfrm rot="0">
            <a:off x="10967167" y="6265230"/>
            <a:ext cx="4391559" cy="1483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0" id="20"/>
          <p:cNvSpPr txBox="true"/>
          <p:nvPr/>
        </p:nvSpPr>
        <p:spPr>
          <a:xfrm rot="0">
            <a:off x="9566192" y="6700340"/>
            <a:ext cx="1177455" cy="822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3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92501" y="7281192"/>
            <a:ext cx="5385002" cy="5348958"/>
          </a:xfrm>
          <a:custGeom>
            <a:avLst/>
            <a:gdLst/>
            <a:ahLst/>
            <a:cxnLst/>
            <a:rect r="r" b="b" t="t" l="l"/>
            <a:pathLst>
              <a:path h="5348958" w="5385002">
                <a:moveTo>
                  <a:pt x="0" y="0"/>
                </a:moveTo>
                <a:lnTo>
                  <a:pt x="5385002" y="0"/>
                </a:lnTo>
                <a:lnTo>
                  <a:pt x="5385002" y="5348958"/>
                </a:lnTo>
                <a:lnTo>
                  <a:pt x="0" y="5348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725974">
            <a:off x="741672" y="7723397"/>
            <a:ext cx="2360960" cy="3069806"/>
          </a:xfrm>
          <a:custGeom>
            <a:avLst/>
            <a:gdLst/>
            <a:ahLst/>
            <a:cxnLst/>
            <a:rect r="r" b="b" t="t" l="l"/>
            <a:pathLst>
              <a:path h="3069806" w="2360960">
                <a:moveTo>
                  <a:pt x="0" y="0"/>
                </a:moveTo>
                <a:lnTo>
                  <a:pt x="2360960" y="0"/>
                </a:lnTo>
                <a:lnTo>
                  <a:pt x="2360960" y="3069806"/>
                </a:lnTo>
                <a:lnTo>
                  <a:pt x="0" y="30698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2723499" y="-1028700"/>
            <a:ext cx="5891811" cy="4114800"/>
          </a:xfrm>
          <a:custGeom>
            <a:avLst/>
            <a:gdLst/>
            <a:ahLst/>
            <a:cxnLst/>
            <a:rect r="r" b="b" t="t" l="l"/>
            <a:pathLst>
              <a:path h="4114800" w="5891811">
                <a:moveTo>
                  <a:pt x="0" y="0"/>
                </a:moveTo>
                <a:lnTo>
                  <a:pt x="5891811" y="0"/>
                </a:lnTo>
                <a:lnTo>
                  <a:pt x="58918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-767362" y="7135308"/>
            <a:ext cx="1534723" cy="3149619"/>
          </a:xfrm>
          <a:custGeom>
            <a:avLst/>
            <a:gdLst/>
            <a:ahLst/>
            <a:cxnLst/>
            <a:rect r="r" b="b" t="t" l="l"/>
            <a:pathLst>
              <a:path h="3149619" w="1534723">
                <a:moveTo>
                  <a:pt x="0" y="0"/>
                </a:moveTo>
                <a:lnTo>
                  <a:pt x="1534724" y="0"/>
                </a:lnTo>
                <a:lnTo>
                  <a:pt x="1534724" y="3149619"/>
                </a:lnTo>
                <a:lnTo>
                  <a:pt x="0" y="31496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true" rot="0">
            <a:off x="15669404" y="-1176338"/>
            <a:ext cx="2356658" cy="4114800"/>
          </a:xfrm>
          <a:custGeom>
            <a:avLst/>
            <a:gdLst/>
            <a:ahLst/>
            <a:cxnLst/>
            <a:rect r="r" b="b" t="t" l="l"/>
            <a:pathLst>
              <a:path h="4114800" w="2356658">
                <a:moveTo>
                  <a:pt x="0" y="4114800"/>
                </a:moveTo>
                <a:lnTo>
                  <a:pt x="2356658" y="4114800"/>
                </a:lnTo>
                <a:lnTo>
                  <a:pt x="235665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true" flipV="true" rot="0">
            <a:off x="11268750" y="-3086100"/>
            <a:ext cx="4084874" cy="4114800"/>
          </a:xfrm>
          <a:custGeom>
            <a:avLst/>
            <a:gdLst/>
            <a:ahLst/>
            <a:cxnLst/>
            <a:rect r="r" b="b" t="t" l="l"/>
            <a:pathLst>
              <a:path h="4114800" w="4084874">
                <a:moveTo>
                  <a:pt x="40848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84875" y="0"/>
                </a:lnTo>
                <a:lnTo>
                  <a:pt x="4084875" y="411480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7764059">
            <a:off x="18174414" y="5961170"/>
            <a:ext cx="1332113" cy="2348276"/>
          </a:xfrm>
          <a:custGeom>
            <a:avLst/>
            <a:gdLst/>
            <a:ahLst/>
            <a:cxnLst/>
            <a:rect r="r" b="b" t="t" l="l"/>
            <a:pathLst>
              <a:path h="2348276" w="1332113">
                <a:moveTo>
                  <a:pt x="0" y="0"/>
                </a:moveTo>
                <a:lnTo>
                  <a:pt x="1332113" y="0"/>
                </a:lnTo>
                <a:lnTo>
                  <a:pt x="1332113" y="2348276"/>
                </a:lnTo>
                <a:lnTo>
                  <a:pt x="0" y="23482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true" flipV="true" rot="1705823">
            <a:off x="-1776194" y="-1669347"/>
            <a:ext cx="4544424" cy="5000495"/>
          </a:xfrm>
          <a:custGeom>
            <a:avLst/>
            <a:gdLst/>
            <a:ahLst/>
            <a:cxnLst/>
            <a:rect r="r" b="b" t="t" l="l"/>
            <a:pathLst>
              <a:path h="5000495" w="4544424">
                <a:moveTo>
                  <a:pt x="4544424" y="5000495"/>
                </a:moveTo>
                <a:lnTo>
                  <a:pt x="0" y="5000495"/>
                </a:lnTo>
                <a:lnTo>
                  <a:pt x="0" y="0"/>
                </a:lnTo>
                <a:lnTo>
                  <a:pt x="4544424" y="0"/>
                </a:lnTo>
                <a:lnTo>
                  <a:pt x="4544424" y="5000495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-4649661">
            <a:off x="-1781036" y="-1337789"/>
            <a:ext cx="3059392" cy="2675578"/>
          </a:xfrm>
          <a:custGeom>
            <a:avLst/>
            <a:gdLst/>
            <a:ahLst/>
            <a:cxnLst/>
            <a:rect r="r" b="b" t="t" l="l"/>
            <a:pathLst>
              <a:path h="2675578" w="3059392">
                <a:moveTo>
                  <a:pt x="0" y="0"/>
                </a:moveTo>
                <a:lnTo>
                  <a:pt x="3059392" y="0"/>
                </a:lnTo>
                <a:lnTo>
                  <a:pt x="3059392" y="2675578"/>
                </a:lnTo>
                <a:lnTo>
                  <a:pt x="0" y="267557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1923989">
            <a:off x="15580204" y="8278508"/>
            <a:ext cx="4049570" cy="3799676"/>
          </a:xfrm>
          <a:custGeom>
            <a:avLst/>
            <a:gdLst/>
            <a:ahLst/>
            <a:cxnLst/>
            <a:rect r="r" b="b" t="t" l="l"/>
            <a:pathLst>
              <a:path h="3799676" w="4049570">
                <a:moveTo>
                  <a:pt x="0" y="0"/>
                </a:moveTo>
                <a:lnTo>
                  <a:pt x="4049570" y="0"/>
                </a:lnTo>
                <a:lnTo>
                  <a:pt x="4049570" y="3799676"/>
                </a:lnTo>
                <a:lnTo>
                  <a:pt x="0" y="379967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3844182" y="2614452"/>
            <a:ext cx="10599637" cy="121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3" id="13"/>
          <p:cNvSpPr txBox="true"/>
          <p:nvPr/>
        </p:nvSpPr>
        <p:spPr>
          <a:xfrm rot="0">
            <a:off x="3483981" y="4074765"/>
            <a:ext cx="11320038" cy="391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3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92501" y="7281192"/>
            <a:ext cx="5385002" cy="5348958"/>
          </a:xfrm>
          <a:custGeom>
            <a:avLst/>
            <a:gdLst/>
            <a:ahLst/>
            <a:cxnLst/>
            <a:rect r="r" b="b" t="t" l="l"/>
            <a:pathLst>
              <a:path h="5348958" w="5385002">
                <a:moveTo>
                  <a:pt x="0" y="0"/>
                </a:moveTo>
                <a:lnTo>
                  <a:pt x="5385002" y="0"/>
                </a:lnTo>
                <a:lnTo>
                  <a:pt x="5385002" y="5348958"/>
                </a:lnTo>
                <a:lnTo>
                  <a:pt x="0" y="5348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725974">
            <a:off x="741672" y="7723397"/>
            <a:ext cx="2360960" cy="3069806"/>
          </a:xfrm>
          <a:custGeom>
            <a:avLst/>
            <a:gdLst/>
            <a:ahLst/>
            <a:cxnLst/>
            <a:rect r="r" b="b" t="t" l="l"/>
            <a:pathLst>
              <a:path h="3069806" w="2360960">
                <a:moveTo>
                  <a:pt x="0" y="0"/>
                </a:moveTo>
                <a:lnTo>
                  <a:pt x="2360960" y="0"/>
                </a:lnTo>
                <a:lnTo>
                  <a:pt x="2360960" y="3069806"/>
                </a:lnTo>
                <a:lnTo>
                  <a:pt x="0" y="30698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2723499" y="-1028700"/>
            <a:ext cx="5891811" cy="4114800"/>
          </a:xfrm>
          <a:custGeom>
            <a:avLst/>
            <a:gdLst/>
            <a:ahLst/>
            <a:cxnLst/>
            <a:rect r="r" b="b" t="t" l="l"/>
            <a:pathLst>
              <a:path h="4114800" w="5891811">
                <a:moveTo>
                  <a:pt x="0" y="0"/>
                </a:moveTo>
                <a:lnTo>
                  <a:pt x="5891811" y="0"/>
                </a:lnTo>
                <a:lnTo>
                  <a:pt x="58918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-767362" y="7135308"/>
            <a:ext cx="1534723" cy="3149619"/>
          </a:xfrm>
          <a:custGeom>
            <a:avLst/>
            <a:gdLst/>
            <a:ahLst/>
            <a:cxnLst/>
            <a:rect r="r" b="b" t="t" l="l"/>
            <a:pathLst>
              <a:path h="3149619" w="1534723">
                <a:moveTo>
                  <a:pt x="0" y="0"/>
                </a:moveTo>
                <a:lnTo>
                  <a:pt x="1534724" y="0"/>
                </a:lnTo>
                <a:lnTo>
                  <a:pt x="1534724" y="3149619"/>
                </a:lnTo>
                <a:lnTo>
                  <a:pt x="0" y="31496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true" rot="0">
            <a:off x="15669404" y="-1176338"/>
            <a:ext cx="2356658" cy="4114800"/>
          </a:xfrm>
          <a:custGeom>
            <a:avLst/>
            <a:gdLst/>
            <a:ahLst/>
            <a:cxnLst/>
            <a:rect r="r" b="b" t="t" l="l"/>
            <a:pathLst>
              <a:path h="4114800" w="2356658">
                <a:moveTo>
                  <a:pt x="0" y="4114800"/>
                </a:moveTo>
                <a:lnTo>
                  <a:pt x="2356658" y="4114800"/>
                </a:lnTo>
                <a:lnTo>
                  <a:pt x="235665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true" flipV="true" rot="0">
            <a:off x="11268750" y="-3086100"/>
            <a:ext cx="4084874" cy="4114800"/>
          </a:xfrm>
          <a:custGeom>
            <a:avLst/>
            <a:gdLst/>
            <a:ahLst/>
            <a:cxnLst/>
            <a:rect r="r" b="b" t="t" l="l"/>
            <a:pathLst>
              <a:path h="4114800" w="4084874">
                <a:moveTo>
                  <a:pt x="40848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84875" y="0"/>
                </a:lnTo>
                <a:lnTo>
                  <a:pt x="4084875" y="411480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7764059">
            <a:off x="18174414" y="5961170"/>
            <a:ext cx="1332113" cy="2348276"/>
          </a:xfrm>
          <a:custGeom>
            <a:avLst/>
            <a:gdLst/>
            <a:ahLst/>
            <a:cxnLst/>
            <a:rect r="r" b="b" t="t" l="l"/>
            <a:pathLst>
              <a:path h="2348276" w="1332113">
                <a:moveTo>
                  <a:pt x="0" y="0"/>
                </a:moveTo>
                <a:lnTo>
                  <a:pt x="1332113" y="0"/>
                </a:lnTo>
                <a:lnTo>
                  <a:pt x="1332113" y="2348276"/>
                </a:lnTo>
                <a:lnTo>
                  <a:pt x="0" y="23482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true" flipV="true" rot="1705823">
            <a:off x="-1776194" y="-1669347"/>
            <a:ext cx="4544424" cy="5000495"/>
          </a:xfrm>
          <a:custGeom>
            <a:avLst/>
            <a:gdLst/>
            <a:ahLst/>
            <a:cxnLst/>
            <a:rect r="r" b="b" t="t" l="l"/>
            <a:pathLst>
              <a:path h="5000495" w="4544424">
                <a:moveTo>
                  <a:pt x="4544424" y="5000495"/>
                </a:moveTo>
                <a:lnTo>
                  <a:pt x="0" y="5000495"/>
                </a:lnTo>
                <a:lnTo>
                  <a:pt x="0" y="0"/>
                </a:lnTo>
                <a:lnTo>
                  <a:pt x="4544424" y="0"/>
                </a:lnTo>
                <a:lnTo>
                  <a:pt x="4544424" y="5000495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-4649661">
            <a:off x="-1781036" y="-1337789"/>
            <a:ext cx="3059392" cy="2675578"/>
          </a:xfrm>
          <a:custGeom>
            <a:avLst/>
            <a:gdLst/>
            <a:ahLst/>
            <a:cxnLst/>
            <a:rect r="r" b="b" t="t" l="l"/>
            <a:pathLst>
              <a:path h="2675578" w="3059392">
                <a:moveTo>
                  <a:pt x="0" y="0"/>
                </a:moveTo>
                <a:lnTo>
                  <a:pt x="3059392" y="0"/>
                </a:lnTo>
                <a:lnTo>
                  <a:pt x="3059392" y="2675578"/>
                </a:lnTo>
                <a:lnTo>
                  <a:pt x="0" y="267557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1923989">
            <a:off x="15580204" y="8278508"/>
            <a:ext cx="4049570" cy="3799676"/>
          </a:xfrm>
          <a:custGeom>
            <a:avLst/>
            <a:gdLst/>
            <a:ahLst/>
            <a:cxnLst/>
            <a:rect r="r" b="b" t="t" l="l"/>
            <a:pathLst>
              <a:path h="3799676" w="4049570">
                <a:moveTo>
                  <a:pt x="0" y="0"/>
                </a:moveTo>
                <a:lnTo>
                  <a:pt x="4049570" y="0"/>
                </a:lnTo>
                <a:lnTo>
                  <a:pt x="4049570" y="3799676"/>
                </a:lnTo>
                <a:lnTo>
                  <a:pt x="0" y="379967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3209178" y="2614452"/>
            <a:ext cx="5934822" cy="1210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3" id="13"/>
          <p:cNvSpPr txBox="true"/>
          <p:nvPr/>
        </p:nvSpPr>
        <p:spPr>
          <a:xfrm rot="0">
            <a:off x="3209178" y="4074765"/>
            <a:ext cx="5660019" cy="391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3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92501" y="7281192"/>
            <a:ext cx="5385002" cy="5348958"/>
          </a:xfrm>
          <a:custGeom>
            <a:avLst/>
            <a:gdLst/>
            <a:ahLst/>
            <a:cxnLst/>
            <a:rect r="r" b="b" t="t" l="l"/>
            <a:pathLst>
              <a:path h="5348958" w="5385002">
                <a:moveTo>
                  <a:pt x="0" y="0"/>
                </a:moveTo>
                <a:lnTo>
                  <a:pt x="5385002" y="0"/>
                </a:lnTo>
                <a:lnTo>
                  <a:pt x="5385002" y="5348958"/>
                </a:lnTo>
                <a:lnTo>
                  <a:pt x="0" y="5348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725974">
            <a:off x="741672" y="7723397"/>
            <a:ext cx="2360960" cy="3069806"/>
          </a:xfrm>
          <a:custGeom>
            <a:avLst/>
            <a:gdLst/>
            <a:ahLst/>
            <a:cxnLst/>
            <a:rect r="r" b="b" t="t" l="l"/>
            <a:pathLst>
              <a:path h="3069806" w="2360960">
                <a:moveTo>
                  <a:pt x="0" y="0"/>
                </a:moveTo>
                <a:lnTo>
                  <a:pt x="2360960" y="0"/>
                </a:lnTo>
                <a:lnTo>
                  <a:pt x="2360960" y="3069806"/>
                </a:lnTo>
                <a:lnTo>
                  <a:pt x="0" y="30698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2723499" y="-1028700"/>
            <a:ext cx="5891811" cy="4114800"/>
          </a:xfrm>
          <a:custGeom>
            <a:avLst/>
            <a:gdLst/>
            <a:ahLst/>
            <a:cxnLst/>
            <a:rect r="r" b="b" t="t" l="l"/>
            <a:pathLst>
              <a:path h="4114800" w="5891811">
                <a:moveTo>
                  <a:pt x="0" y="0"/>
                </a:moveTo>
                <a:lnTo>
                  <a:pt x="5891811" y="0"/>
                </a:lnTo>
                <a:lnTo>
                  <a:pt x="58918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-767362" y="7135308"/>
            <a:ext cx="1534723" cy="3149619"/>
          </a:xfrm>
          <a:custGeom>
            <a:avLst/>
            <a:gdLst/>
            <a:ahLst/>
            <a:cxnLst/>
            <a:rect r="r" b="b" t="t" l="l"/>
            <a:pathLst>
              <a:path h="3149619" w="1534723">
                <a:moveTo>
                  <a:pt x="0" y="0"/>
                </a:moveTo>
                <a:lnTo>
                  <a:pt x="1534724" y="0"/>
                </a:lnTo>
                <a:lnTo>
                  <a:pt x="1534724" y="3149619"/>
                </a:lnTo>
                <a:lnTo>
                  <a:pt x="0" y="31496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true" rot="0">
            <a:off x="15669404" y="-1176338"/>
            <a:ext cx="2356658" cy="4114800"/>
          </a:xfrm>
          <a:custGeom>
            <a:avLst/>
            <a:gdLst/>
            <a:ahLst/>
            <a:cxnLst/>
            <a:rect r="r" b="b" t="t" l="l"/>
            <a:pathLst>
              <a:path h="4114800" w="2356658">
                <a:moveTo>
                  <a:pt x="0" y="4114800"/>
                </a:moveTo>
                <a:lnTo>
                  <a:pt x="2356658" y="4114800"/>
                </a:lnTo>
                <a:lnTo>
                  <a:pt x="235665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true" flipV="true" rot="0">
            <a:off x="11268750" y="-3086100"/>
            <a:ext cx="4084874" cy="4114800"/>
          </a:xfrm>
          <a:custGeom>
            <a:avLst/>
            <a:gdLst/>
            <a:ahLst/>
            <a:cxnLst/>
            <a:rect r="r" b="b" t="t" l="l"/>
            <a:pathLst>
              <a:path h="4114800" w="4084874">
                <a:moveTo>
                  <a:pt x="40848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84875" y="0"/>
                </a:lnTo>
                <a:lnTo>
                  <a:pt x="4084875" y="411480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7764059">
            <a:off x="18174414" y="5961170"/>
            <a:ext cx="1332113" cy="2348276"/>
          </a:xfrm>
          <a:custGeom>
            <a:avLst/>
            <a:gdLst/>
            <a:ahLst/>
            <a:cxnLst/>
            <a:rect r="r" b="b" t="t" l="l"/>
            <a:pathLst>
              <a:path h="2348276" w="1332113">
                <a:moveTo>
                  <a:pt x="0" y="0"/>
                </a:moveTo>
                <a:lnTo>
                  <a:pt x="1332113" y="0"/>
                </a:lnTo>
                <a:lnTo>
                  <a:pt x="1332113" y="2348276"/>
                </a:lnTo>
                <a:lnTo>
                  <a:pt x="0" y="23482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true" flipV="true" rot="1705823">
            <a:off x="-1776194" y="-1669347"/>
            <a:ext cx="4544424" cy="5000495"/>
          </a:xfrm>
          <a:custGeom>
            <a:avLst/>
            <a:gdLst/>
            <a:ahLst/>
            <a:cxnLst/>
            <a:rect r="r" b="b" t="t" l="l"/>
            <a:pathLst>
              <a:path h="5000495" w="4544424">
                <a:moveTo>
                  <a:pt x="4544424" y="5000495"/>
                </a:moveTo>
                <a:lnTo>
                  <a:pt x="0" y="5000495"/>
                </a:lnTo>
                <a:lnTo>
                  <a:pt x="0" y="0"/>
                </a:lnTo>
                <a:lnTo>
                  <a:pt x="4544424" y="0"/>
                </a:lnTo>
                <a:lnTo>
                  <a:pt x="4544424" y="5000495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-4649661">
            <a:off x="-1781036" y="-1337789"/>
            <a:ext cx="3059392" cy="2675578"/>
          </a:xfrm>
          <a:custGeom>
            <a:avLst/>
            <a:gdLst/>
            <a:ahLst/>
            <a:cxnLst/>
            <a:rect r="r" b="b" t="t" l="l"/>
            <a:pathLst>
              <a:path h="2675578" w="3059392">
                <a:moveTo>
                  <a:pt x="0" y="0"/>
                </a:moveTo>
                <a:lnTo>
                  <a:pt x="3059392" y="0"/>
                </a:lnTo>
                <a:lnTo>
                  <a:pt x="3059392" y="2675578"/>
                </a:lnTo>
                <a:lnTo>
                  <a:pt x="0" y="267557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1923989">
            <a:off x="15580204" y="8278508"/>
            <a:ext cx="4049570" cy="3799676"/>
          </a:xfrm>
          <a:custGeom>
            <a:avLst/>
            <a:gdLst/>
            <a:ahLst/>
            <a:cxnLst/>
            <a:rect r="r" b="b" t="t" l="l"/>
            <a:pathLst>
              <a:path h="3799676" w="4049570">
                <a:moveTo>
                  <a:pt x="0" y="0"/>
                </a:moveTo>
                <a:lnTo>
                  <a:pt x="4049570" y="0"/>
                </a:lnTo>
                <a:lnTo>
                  <a:pt x="4049570" y="3799676"/>
                </a:lnTo>
                <a:lnTo>
                  <a:pt x="0" y="379967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3844182" y="2614452"/>
            <a:ext cx="10599637" cy="121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3" id="13"/>
          <p:cNvSpPr txBox="true"/>
          <p:nvPr/>
        </p:nvSpPr>
        <p:spPr>
          <a:xfrm rot="0">
            <a:off x="3483981" y="4074765"/>
            <a:ext cx="11320038" cy="391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3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92501" y="7281192"/>
            <a:ext cx="5385002" cy="5348958"/>
          </a:xfrm>
          <a:custGeom>
            <a:avLst/>
            <a:gdLst/>
            <a:ahLst/>
            <a:cxnLst/>
            <a:rect r="r" b="b" t="t" l="l"/>
            <a:pathLst>
              <a:path h="5348958" w="5385002">
                <a:moveTo>
                  <a:pt x="0" y="0"/>
                </a:moveTo>
                <a:lnTo>
                  <a:pt x="5385002" y="0"/>
                </a:lnTo>
                <a:lnTo>
                  <a:pt x="5385002" y="5348958"/>
                </a:lnTo>
                <a:lnTo>
                  <a:pt x="0" y="5348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725974">
            <a:off x="741672" y="7723397"/>
            <a:ext cx="2360960" cy="3069806"/>
          </a:xfrm>
          <a:custGeom>
            <a:avLst/>
            <a:gdLst/>
            <a:ahLst/>
            <a:cxnLst/>
            <a:rect r="r" b="b" t="t" l="l"/>
            <a:pathLst>
              <a:path h="3069806" w="2360960">
                <a:moveTo>
                  <a:pt x="0" y="0"/>
                </a:moveTo>
                <a:lnTo>
                  <a:pt x="2360960" y="0"/>
                </a:lnTo>
                <a:lnTo>
                  <a:pt x="2360960" y="3069806"/>
                </a:lnTo>
                <a:lnTo>
                  <a:pt x="0" y="30698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2723499" y="-1028700"/>
            <a:ext cx="5891811" cy="4114800"/>
          </a:xfrm>
          <a:custGeom>
            <a:avLst/>
            <a:gdLst/>
            <a:ahLst/>
            <a:cxnLst/>
            <a:rect r="r" b="b" t="t" l="l"/>
            <a:pathLst>
              <a:path h="4114800" w="5891811">
                <a:moveTo>
                  <a:pt x="0" y="0"/>
                </a:moveTo>
                <a:lnTo>
                  <a:pt x="5891811" y="0"/>
                </a:lnTo>
                <a:lnTo>
                  <a:pt x="58918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-767362" y="7135308"/>
            <a:ext cx="1534723" cy="3149619"/>
          </a:xfrm>
          <a:custGeom>
            <a:avLst/>
            <a:gdLst/>
            <a:ahLst/>
            <a:cxnLst/>
            <a:rect r="r" b="b" t="t" l="l"/>
            <a:pathLst>
              <a:path h="3149619" w="1534723">
                <a:moveTo>
                  <a:pt x="0" y="0"/>
                </a:moveTo>
                <a:lnTo>
                  <a:pt x="1534724" y="0"/>
                </a:lnTo>
                <a:lnTo>
                  <a:pt x="1534724" y="3149619"/>
                </a:lnTo>
                <a:lnTo>
                  <a:pt x="0" y="31496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true" rot="0">
            <a:off x="15669404" y="-1176338"/>
            <a:ext cx="2356658" cy="4114800"/>
          </a:xfrm>
          <a:custGeom>
            <a:avLst/>
            <a:gdLst/>
            <a:ahLst/>
            <a:cxnLst/>
            <a:rect r="r" b="b" t="t" l="l"/>
            <a:pathLst>
              <a:path h="4114800" w="2356658">
                <a:moveTo>
                  <a:pt x="0" y="4114800"/>
                </a:moveTo>
                <a:lnTo>
                  <a:pt x="2356658" y="4114800"/>
                </a:lnTo>
                <a:lnTo>
                  <a:pt x="235665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true" flipV="true" rot="0">
            <a:off x="11268750" y="-3086100"/>
            <a:ext cx="4084874" cy="4114800"/>
          </a:xfrm>
          <a:custGeom>
            <a:avLst/>
            <a:gdLst/>
            <a:ahLst/>
            <a:cxnLst/>
            <a:rect r="r" b="b" t="t" l="l"/>
            <a:pathLst>
              <a:path h="4114800" w="4084874">
                <a:moveTo>
                  <a:pt x="40848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84875" y="0"/>
                </a:lnTo>
                <a:lnTo>
                  <a:pt x="4084875" y="411480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7764059">
            <a:off x="18174414" y="5961170"/>
            <a:ext cx="1332113" cy="2348276"/>
          </a:xfrm>
          <a:custGeom>
            <a:avLst/>
            <a:gdLst/>
            <a:ahLst/>
            <a:cxnLst/>
            <a:rect r="r" b="b" t="t" l="l"/>
            <a:pathLst>
              <a:path h="2348276" w="1332113">
                <a:moveTo>
                  <a:pt x="0" y="0"/>
                </a:moveTo>
                <a:lnTo>
                  <a:pt x="1332113" y="0"/>
                </a:lnTo>
                <a:lnTo>
                  <a:pt x="1332113" y="2348276"/>
                </a:lnTo>
                <a:lnTo>
                  <a:pt x="0" y="23482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true" flipV="true" rot="1705823">
            <a:off x="-1776194" y="-1669347"/>
            <a:ext cx="4544424" cy="5000495"/>
          </a:xfrm>
          <a:custGeom>
            <a:avLst/>
            <a:gdLst/>
            <a:ahLst/>
            <a:cxnLst/>
            <a:rect r="r" b="b" t="t" l="l"/>
            <a:pathLst>
              <a:path h="5000495" w="4544424">
                <a:moveTo>
                  <a:pt x="4544424" y="5000495"/>
                </a:moveTo>
                <a:lnTo>
                  <a:pt x="0" y="5000495"/>
                </a:lnTo>
                <a:lnTo>
                  <a:pt x="0" y="0"/>
                </a:lnTo>
                <a:lnTo>
                  <a:pt x="4544424" y="0"/>
                </a:lnTo>
                <a:lnTo>
                  <a:pt x="4544424" y="5000495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-4649661">
            <a:off x="-1781036" y="-1337789"/>
            <a:ext cx="3059392" cy="2675578"/>
          </a:xfrm>
          <a:custGeom>
            <a:avLst/>
            <a:gdLst/>
            <a:ahLst/>
            <a:cxnLst/>
            <a:rect r="r" b="b" t="t" l="l"/>
            <a:pathLst>
              <a:path h="2675578" w="3059392">
                <a:moveTo>
                  <a:pt x="0" y="0"/>
                </a:moveTo>
                <a:lnTo>
                  <a:pt x="3059392" y="0"/>
                </a:lnTo>
                <a:lnTo>
                  <a:pt x="3059392" y="2675578"/>
                </a:lnTo>
                <a:lnTo>
                  <a:pt x="0" y="267557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1923989">
            <a:off x="15580204" y="8278508"/>
            <a:ext cx="4049570" cy="3799676"/>
          </a:xfrm>
          <a:custGeom>
            <a:avLst/>
            <a:gdLst/>
            <a:ahLst/>
            <a:cxnLst/>
            <a:rect r="r" b="b" t="t" l="l"/>
            <a:pathLst>
              <a:path h="3799676" w="4049570">
                <a:moveTo>
                  <a:pt x="0" y="0"/>
                </a:moveTo>
                <a:lnTo>
                  <a:pt x="4049570" y="0"/>
                </a:lnTo>
                <a:lnTo>
                  <a:pt x="4049570" y="3799676"/>
                </a:lnTo>
                <a:lnTo>
                  <a:pt x="0" y="379967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2" id="12"/>
          <p:cNvSpPr txBox="true"/>
          <p:nvPr/>
        </p:nvSpPr>
        <p:spPr>
          <a:xfrm rot="0">
            <a:off x="2724994" y="2614452"/>
            <a:ext cx="12838012" cy="121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3" id="13"/>
          <p:cNvSpPr txBox="true"/>
          <p:nvPr/>
        </p:nvSpPr>
        <p:spPr>
          <a:xfrm rot="0">
            <a:off x="3483981" y="4074765"/>
            <a:ext cx="11320038" cy="391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3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92501" y="7281192"/>
            <a:ext cx="5385002" cy="5348958"/>
          </a:xfrm>
          <a:custGeom>
            <a:avLst/>
            <a:gdLst/>
            <a:ahLst/>
            <a:cxnLst/>
            <a:rect r="r" b="b" t="t" l="l"/>
            <a:pathLst>
              <a:path h="5348958" w="5385002">
                <a:moveTo>
                  <a:pt x="0" y="0"/>
                </a:moveTo>
                <a:lnTo>
                  <a:pt x="5385002" y="0"/>
                </a:lnTo>
                <a:lnTo>
                  <a:pt x="5385002" y="5348958"/>
                </a:lnTo>
                <a:lnTo>
                  <a:pt x="0" y="5348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725974">
            <a:off x="741672" y="7723397"/>
            <a:ext cx="2360960" cy="3069806"/>
          </a:xfrm>
          <a:custGeom>
            <a:avLst/>
            <a:gdLst/>
            <a:ahLst/>
            <a:cxnLst/>
            <a:rect r="r" b="b" t="t" l="l"/>
            <a:pathLst>
              <a:path h="3069806" w="2360960">
                <a:moveTo>
                  <a:pt x="0" y="0"/>
                </a:moveTo>
                <a:lnTo>
                  <a:pt x="2360960" y="0"/>
                </a:lnTo>
                <a:lnTo>
                  <a:pt x="2360960" y="3069806"/>
                </a:lnTo>
                <a:lnTo>
                  <a:pt x="0" y="30698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2723499" y="-1028700"/>
            <a:ext cx="5891811" cy="4114800"/>
          </a:xfrm>
          <a:custGeom>
            <a:avLst/>
            <a:gdLst/>
            <a:ahLst/>
            <a:cxnLst/>
            <a:rect r="r" b="b" t="t" l="l"/>
            <a:pathLst>
              <a:path h="4114800" w="5891811">
                <a:moveTo>
                  <a:pt x="0" y="0"/>
                </a:moveTo>
                <a:lnTo>
                  <a:pt x="5891811" y="0"/>
                </a:lnTo>
                <a:lnTo>
                  <a:pt x="58918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-767362" y="7135308"/>
            <a:ext cx="1534723" cy="3149619"/>
          </a:xfrm>
          <a:custGeom>
            <a:avLst/>
            <a:gdLst/>
            <a:ahLst/>
            <a:cxnLst/>
            <a:rect r="r" b="b" t="t" l="l"/>
            <a:pathLst>
              <a:path h="3149619" w="1534723">
                <a:moveTo>
                  <a:pt x="0" y="0"/>
                </a:moveTo>
                <a:lnTo>
                  <a:pt x="1534724" y="0"/>
                </a:lnTo>
                <a:lnTo>
                  <a:pt x="1534724" y="3149619"/>
                </a:lnTo>
                <a:lnTo>
                  <a:pt x="0" y="31496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true" rot="0">
            <a:off x="15669404" y="-1176338"/>
            <a:ext cx="2356658" cy="4114800"/>
          </a:xfrm>
          <a:custGeom>
            <a:avLst/>
            <a:gdLst/>
            <a:ahLst/>
            <a:cxnLst/>
            <a:rect r="r" b="b" t="t" l="l"/>
            <a:pathLst>
              <a:path h="4114800" w="2356658">
                <a:moveTo>
                  <a:pt x="0" y="4114800"/>
                </a:moveTo>
                <a:lnTo>
                  <a:pt x="2356658" y="4114800"/>
                </a:lnTo>
                <a:lnTo>
                  <a:pt x="235665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true" flipV="true" rot="0">
            <a:off x="11268750" y="-3086100"/>
            <a:ext cx="4084874" cy="4114800"/>
          </a:xfrm>
          <a:custGeom>
            <a:avLst/>
            <a:gdLst/>
            <a:ahLst/>
            <a:cxnLst/>
            <a:rect r="r" b="b" t="t" l="l"/>
            <a:pathLst>
              <a:path h="4114800" w="4084874">
                <a:moveTo>
                  <a:pt x="40848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84875" y="0"/>
                </a:lnTo>
                <a:lnTo>
                  <a:pt x="4084875" y="411480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7764059">
            <a:off x="18174414" y="5961170"/>
            <a:ext cx="1332113" cy="2348276"/>
          </a:xfrm>
          <a:custGeom>
            <a:avLst/>
            <a:gdLst/>
            <a:ahLst/>
            <a:cxnLst/>
            <a:rect r="r" b="b" t="t" l="l"/>
            <a:pathLst>
              <a:path h="2348276" w="1332113">
                <a:moveTo>
                  <a:pt x="0" y="0"/>
                </a:moveTo>
                <a:lnTo>
                  <a:pt x="1332113" y="0"/>
                </a:lnTo>
                <a:lnTo>
                  <a:pt x="1332113" y="2348276"/>
                </a:lnTo>
                <a:lnTo>
                  <a:pt x="0" y="23482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true" flipV="true" rot="1705823">
            <a:off x="-1776194" y="-1669347"/>
            <a:ext cx="4544424" cy="5000495"/>
          </a:xfrm>
          <a:custGeom>
            <a:avLst/>
            <a:gdLst/>
            <a:ahLst/>
            <a:cxnLst/>
            <a:rect r="r" b="b" t="t" l="l"/>
            <a:pathLst>
              <a:path h="5000495" w="4544424">
                <a:moveTo>
                  <a:pt x="4544424" y="5000495"/>
                </a:moveTo>
                <a:lnTo>
                  <a:pt x="0" y="5000495"/>
                </a:lnTo>
                <a:lnTo>
                  <a:pt x="0" y="0"/>
                </a:lnTo>
                <a:lnTo>
                  <a:pt x="4544424" y="0"/>
                </a:lnTo>
                <a:lnTo>
                  <a:pt x="4544424" y="5000495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-4649661">
            <a:off x="-1781036" y="-1337789"/>
            <a:ext cx="3059392" cy="2675578"/>
          </a:xfrm>
          <a:custGeom>
            <a:avLst/>
            <a:gdLst/>
            <a:ahLst/>
            <a:cxnLst/>
            <a:rect r="r" b="b" t="t" l="l"/>
            <a:pathLst>
              <a:path h="2675578" w="3059392">
                <a:moveTo>
                  <a:pt x="0" y="0"/>
                </a:moveTo>
                <a:lnTo>
                  <a:pt x="3059392" y="0"/>
                </a:lnTo>
                <a:lnTo>
                  <a:pt x="3059392" y="2675578"/>
                </a:lnTo>
                <a:lnTo>
                  <a:pt x="0" y="267557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1" id="11"/>
          <p:cNvSpPr txBox="true"/>
          <p:nvPr/>
        </p:nvSpPr>
        <p:spPr>
          <a:xfrm rot="0">
            <a:off x="3732927" y="3476577"/>
            <a:ext cx="10822147" cy="3857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12" id="12"/>
          <p:cNvSpPr/>
          <p:nvPr/>
        </p:nvSpPr>
        <p:spPr>
          <a:xfrm flipH="false" flipV="false" rot="1923989">
            <a:off x="15580204" y="8278508"/>
            <a:ext cx="4049570" cy="3799676"/>
          </a:xfrm>
          <a:custGeom>
            <a:avLst/>
            <a:gdLst/>
            <a:ahLst/>
            <a:cxnLst/>
            <a:rect r="r" b="b" t="t" l="l"/>
            <a:pathLst>
              <a:path h="3799676" w="4049570">
                <a:moveTo>
                  <a:pt x="0" y="0"/>
                </a:moveTo>
                <a:lnTo>
                  <a:pt x="4049570" y="0"/>
                </a:lnTo>
                <a:lnTo>
                  <a:pt x="4049570" y="3799676"/>
                </a:lnTo>
                <a:lnTo>
                  <a:pt x="0" y="379967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3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92501" y="7281192"/>
            <a:ext cx="5385002" cy="5348958"/>
          </a:xfrm>
          <a:custGeom>
            <a:avLst/>
            <a:gdLst/>
            <a:ahLst/>
            <a:cxnLst/>
            <a:rect r="r" b="b" t="t" l="l"/>
            <a:pathLst>
              <a:path h="5348958" w="5385002">
                <a:moveTo>
                  <a:pt x="0" y="0"/>
                </a:moveTo>
                <a:lnTo>
                  <a:pt x="5385002" y="0"/>
                </a:lnTo>
                <a:lnTo>
                  <a:pt x="5385002" y="5348958"/>
                </a:lnTo>
                <a:lnTo>
                  <a:pt x="0" y="53489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725974">
            <a:off x="741672" y="7723397"/>
            <a:ext cx="2360960" cy="3069806"/>
          </a:xfrm>
          <a:custGeom>
            <a:avLst/>
            <a:gdLst/>
            <a:ahLst/>
            <a:cxnLst/>
            <a:rect r="r" b="b" t="t" l="l"/>
            <a:pathLst>
              <a:path h="3069806" w="2360960">
                <a:moveTo>
                  <a:pt x="0" y="0"/>
                </a:moveTo>
                <a:lnTo>
                  <a:pt x="2360960" y="0"/>
                </a:lnTo>
                <a:lnTo>
                  <a:pt x="2360960" y="3069806"/>
                </a:lnTo>
                <a:lnTo>
                  <a:pt x="0" y="30698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" id="4"/>
          <p:cNvSpPr/>
          <p:nvPr/>
        </p:nvSpPr>
        <p:spPr>
          <a:xfrm flipH="false" flipV="false" rot="0">
            <a:off x="12723499" y="-1028700"/>
            <a:ext cx="5891811" cy="4114800"/>
          </a:xfrm>
          <a:custGeom>
            <a:avLst/>
            <a:gdLst/>
            <a:ahLst/>
            <a:cxnLst/>
            <a:rect r="r" b="b" t="t" l="l"/>
            <a:pathLst>
              <a:path h="4114800" w="5891811">
                <a:moveTo>
                  <a:pt x="0" y="0"/>
                </a:moveTo>
                <a:lnTo>
                  <a:pt x="5891811" y="0"/>
                </a:lnTo>
                <a:lnTo>
                  <a:pt x="58918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5" id="5"/>
          <p:cNvSpPr/>
          <p:nvPr/>
        </p:nvSpPr>
        <p:spPr>
          <a:xfrm flipH="false" flipV="false" rot="0">
            <a:off x="-767362" y="7135308"/>
            <a:ext cx="1534723" cy="3149619"/>
          </a:xfrm>
          <a:custGeom>
            <a:avLst/>
            <a:gdLst/>
            <a:ahLst/>
            <a:cxnLst/>
            <a:rect r="r" b="b" t="t" l="l"/>
            <a:pathLst>
              <a:path h="3149619" w="1534723">
                <a:moveTo>
                  <a:pt x="0" y="0"/>
                </a:moveTo>
                <a:lnTo>
                  <a:pt x="1534724" y="0"/>
                </a:lnTo>
                <a:lnTo>
                  <a:pt x="1534724" y="3149619"/>
                </a:lnTo>
                <a:lnTo>
                  <a:pt x="0" y="31496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true" rot="0">
            <a:off x="15669404" y="-1176338"/>
            <a:ext cx="2356658" cy="4114800"/>
          </a:xfrm>
          <a:custGeom>
            <a:avLst/>
            <a:gdLst/>
            <a:ahLst/>
            <a:cxnLst/>
            <a:rect r="r" b="b" t="t" l="l"/>
            <a:pathLst>
              <a:path h="4114800" w="2356658">
                <a:moveTo>
                  <a:pt x="0" y="4114800"/>
                </a:moveTo>
                <a:lnTo>
                  <a:pt x="2356658" y="4114800"/>
                </a:lnTo>
                <a:lnTo>
                  <a:pt x="235665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true" flipV="true" rot="0">
            <a:off x="11268750" y="-3086100"/>
            <a:ext cx="4084874" cy="4114800"/>
          </a:xfrm>
          <a:custGeom>
            <a:avLst/>
            <a:gdLst/>
            <a:ahLst/>
            <a:cxnLst/>
            <a:rect r="r" b="b" t="t" l="l"/>
            <a:pathLst>
              <a:path h="4114800" w="4084874">
                <a:moveTo>
                  <a:pt x="408487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084875" y="0"/>
                </a:lnTo>
                <a:lnTo>
                  <a:pt x="4084875" y="411480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7764059">
            <a:off x="18174414" y="5961170"/>
            <a:ext cx="1332113" cy="2348276"/>
          </a:xfrm>
          <a:custGeom>
            <a:avLst/>
            <a:gdLst/>
            <a:ahLst/>
            <a:cxnLst/>
            <a:rect r="r" b="b" t="t" l="l"/>
            <a:pathLst>
              <a:path h="2348276" w="1332113">
                <a:moveTo>
                  <a:pt x="0" y="0"/>
                </a:moveTo>
                <a:lnTo>
                  <a:pt x="1332113" y="0"/>
                </a:lnTo>
                <a:lnTo>
                  <a:pt x="1332113" y="2348276"/>
                </a:lnTo>
                <a:lnTo>
                  <a:pt x="0" y="234827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true" flipV="true" rot="1705823">
            <a:off x="-1776194" y="-1669347"/>
            <a:ext cx="4544424" cy="5000495"/>
          </a:xfrm>
          <a:custGeom>
            <a:avLst/>
            <a:gdLst/>
            <a:ahLst/>
            <a:cxnLst/>
            <a:rect r="r" b="b" t="t" l="l"/>
            <a:pathLst>
              <a:path h="5000495" w="4544424">
                <a:moveTo>
                  <a:pt x="4544424" y="5000495"/>
                </a:moveTo>
                <a:lnTo>
                  <a:pt x="0" y="5000495"/>
                </a:lnTo>
                <a:lnTo>
                  <a:pt x="0" y="0"/>
                </a:lnTo>
                <a:lnTo>
                  <a:pt x="4544424" y="0"/>
                </a:lnTo>
                <a:lnTo>
                  <a:pt x="4544424" y="5000495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-4649661">
            <a:off x="-1781036" y="-1337789"/>
            <a:ext cx="3059392" cy="2675578"/>
          </a:xfrm>
          <a:custGeom>
            <a:avLst/>
            <a:gdLst/>
            <a:ahLst/>
            <a:cxnLst/>
            <a:rect r="r" b="b" t="t" l="l"/>
            <a:pathLst>
              <a:path h="2675578" w="3059392">
                <a:moveTo>
                  <a:pt x="0" y="0"/>
                </a:moveTo>
                <a:lnTo>
                  <a:pt x="3059392" y="0"/>
                </a:lnTo>
                <a:lnTo>
                  <a:pt x="3059392" y="2675578"/>
                </a:lnTo>
                <a:lnTo>
                  <a:pt x="0" y="267557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1" id="11"/>
          <p:cNvSpPr txBox="true"/>
          <p:nvPr/>
        </p:nvSpPr>
        <p:spPr>
          <a:xfrm rot="0">
            <a:off x="3732927" y="3476577"/>
            <a:ext cx="10822147" cy="3857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12" id="12"/>
          <p:cNvSpPr/>
          <p:nvPr/>
        </p:nvSpPr>
        <p:spPr>
          <a:xfrm flipH="false" flipV="false" rot="1923989">
            <a:off x="15580204" y="8278508"/>
            <a:ext cx="4049570" cy="3799676"/>
          </a:xfrm>
          <a:custGeom>
            <a:avLst/>
            <a:gdLst/>
            <a:ahLst/>
            <a:cxnLst/>
            <a:rect r="r" b="b" t="t" l="l"/>
            <a:pathLst>
              <a:path h="3799676" w="4049570">
                <a:moveTo>
                  <a:pt x="0" y="0"/>
                </a:moveTo>
                <a:lnTo>
                  <a:pt x="4049570" y="0"/>
                </a:lnTo>
                <a:lnTo>
                  <a:pt x="4049570" y="3799676"/>
                </a:lnTo>
                <a:lnTo>
                  <a:pt x="0" y="379967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DAG54TrYmbQ</dc:identifier>
  <dcterms:modified xsi:type="dcterms:W3CDTF">2011-08-01T06:04:30Z</dcterms:modified>
  <cp:revision>1</cp:revision>
  <dc:title>Brown Green Aesthetic Group Project Presentation</dc:title>
</cp:coreProperties>
</file>