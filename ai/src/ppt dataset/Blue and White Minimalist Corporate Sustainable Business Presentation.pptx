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3.svg" ContentType="image/svg+xml"/>
  <Override PartName="/ppt/media/image19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TT Hoves" charset="1" panose="02000003020000060003"/>
      <p:regular r:id="rId18"/>
    </p:embeddedFont>
    <p:embeddedFont>
      <p:font typeface="TT Hoves Bold" charset="1" panose="020000030200000600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jpe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png"/><Relationship Id="rId5" Type="http://schemas.openxmlformats.org/officeDocument/2006/relationships/image" Target="../media/image11.svg"/><Relationship Id="rId6" Type="http://schemas.openxmlformats.org/officeDocument/2006/relationships/image" Target="../media/image12.png"/><Relationship Id="rId7" Type="http://schemas.openxmlformats.org/officeDocument/2006/relationships/image" Target="../media/image13.svg"/><Relationship Id="rId8" Type="http://schemas.openxmlformats.org/officeDocument/2006/relationships/image" Target="../media/image5.png"/><Relationship Id="rId9" Type="http://schemas.openxmlformats.org/officeDocument/2006/relationships/image" Target="../media/image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.png"/><Relationship Id="rId8" Type="http://schemas.openxmlformats.org/officeDocument/2006/relationships/image" Target="../media/image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image" Target="../media/image3.png"/><Relationship Id="rId6" Type="http://schemas.openxmlformats.org/officeDocument/2006/relationships/image" Target="../media/image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e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111600" y="-153702"/>
            <a:ext cx="16363038" cy="8520557"/>
            <a:chOff x="0" y="0"/>
            <a:chExt cx="4309607" cy="224409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309607" cy="2244097"/>
            </a:xfrm>
            <a:custGeom>
              <a:avLst/>
              <a:gdLst/>
              <a:ahLst/>
              <a:cxnLst/>
              <a:rect r="r" b="b" t="t" l="l"/>
              <a:pathLst>
                <a:path h="2244097" w="4309607">
                  <a:moveTo>
                    <a:pt x="0" y="0"/>
                  </a:moveTo>
                  <a:lnTo>
                    <a:pt x="4309607" y="0"/>
                  </a:lnTo>
                  <a:lnTo>
                    <a:pt x="4309607" y="2244097"/>
                  </a:lnTo>
                  <a:lnTo>
                    <a:pt x="0" y="224409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309607" cy="2282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4406931" y="9068435"/>
            <a:ext cx="2852369" cy="351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AutoShape 7" id="7"/>
          <p:cNvSpPr/>
          <p:nvPr/>
        </p:nvSpPr>
        <p:spPr>
          <a:xfrm>
            <a:off x="-350272" y="9277350"/>
            <a:ext cx="14757203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5400000">
            <a:off x="-723249" y="2257023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2890274" y="721741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2890274" y="3555807"/>
            <a:ext cx="9255329" cy="3232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1" id="11"/>
          <p:cNvSpPr txBox="true"/>
          <p:nvPr/>
        </p:nvSpPr>
        <p:spPr>
          <a:xfrm rot="0">
            <a:off x="2890274" y="7128871"/>
            <a:ext cx="7804538" cy="351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580869" y="3085557"/>
            <a:ext cx="13451137" cy="1483210"/>
            <a:chOff x="0" y="0"/>
            <a:chExt cx="3542686" cy="390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42686" cy="390640"/>
            </a:xfrm>
            <a:custGeom>
              <a:avLst/>
              <a:gdLst/>
              <a:ahLst/>
              <a:cxnLst/>
              <a:rect r="r" b="b" t="t" l="l"/>
              <a:pathLst>
                <a:path h="390640" w="3542686">
                  <a:moveTo>
                    <a:pt x="57556" y="0"/>
                  </a:moveTo>
                  <a:lnTo>
                    <a:pt x="3485131" y="0"/>
                  </a:lnTo>
                  <a:cubicBezTo>
                    <a:pt x="3516918" y="0"/>
                    <a:pt x="3542686" y="25769"/>
                    <a:pt x="3542686" y="57556"/>
                  </a:cubicBezTo>
                  <a:lnTo>
                    <a:pt x="3542686" y="333084"/>
                  </a:lnTo>
                  <a:cubicBezTo>
                    <a:pt x="3542686" y="364871"/>
                    <a:pt x="3516918" y="390640"/>
                    <a:pt x="3485131" y="390640"/>
                  </a:cubicBezTo>
                  <a:lnTo>
                    <a:pt x="57556" y="390640"/>
                  </a:lnTo>
                  <a:cubicBezTo>
                    <a:pt x="25769" y="390640"/>
                    <a:pt x="0" y="364871"/>
                    <a:pt x="0" y="333084"/>
                  </a:cubicBezTo>
                  <a:lnTo>
                    <a:pt x="0" y="57556"/>
                  </a:lnTo>
                  <a:cubicBezTo>
                    <a:pt x="0" y="25769"/>
                    <a:pt x="25769" y="0"/>
                    <a:pt x="57556" y="0"/>
                  </a:cubicBez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3542686" cy="409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83301" y="3298525"/>
            <a:ext cx="7721399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6" id="6"/>
          <p:cNvSpPr txBox="true"/>
          <p:nvPr/>
        </p:nvSpPr>
        <p:spPr>
          <a:xfrm rot="0">
            <a:off x="4031375" y="5043567"/>
            <a:ext cx="10225251" cy="157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7" id="7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028700" y="8786866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4839177" y="1757692"/>
            <a:ext cx="3547198" cy="7094397"/>
          </a:xfrm>
          <a:custGeom>
            <a:avLst/>
            <a:gdLst/>
            <a:ahLst/>
            <a:cxnLst/>
            <a:rect r="r" b="b" t="t" l="l"/>
            <a:pathLst>
              <a:path h="7094397" w="3547198">
                <a:moveTo>
                  <a:pt x="0" y="0"/>
                </a:moveTo>
                <a:lnTo>
                  <a:pt x="3547199" y="0"/>
                </a:lnTo>
                <a:lnTo>
                  <a:pt x="3547199" y="7094396"/>
                </a:lnTo>
                <a:lnTo>
                  <a:pt x="0" y="709439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" id="4"/>
          <p:cNvGrpSpPr/>
          <p:nvPr/>
        </p:nvGrpSpPr>
        <p:grpSpPr>
          <a:xfrm rot="0">
            <a:off x="4023819" y="3085557"/>
            <a:ext cx="12166397" cy="1483210"/>
            <a:chOff x="0" y="0"/>
            <a:chExt cx="3204318" cy="3906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04319" cy="390640"/>
            </a:xfrm>
            <a:custGeom>
              <a:avLst/>
              <a:gdLst/>
              <a:ahLst/>
              <a:cxnLst/>
              <a:rect r="r" b="b" t="t" l="l"/>
              <a:pathLst>
                <a:path h="390640" w="3204319">
                  <a:moveTo>
                    <a:pt x="63634" y="0"/>
                  </a:moveTo>
                  <a:lnTo>
                    <a:pt x="3140685" y="0"/>
                  </a:lnTo>
                  <a:cubicBezTo>
                    <a:pt x="3175829" y="0"/>
                    <a:pt x="3204319" y="28490"/>
                    <a:pt x="3204319" y="63634"/>
                  </a:cubicBezTo>
                  <a:lnTo>
                    <a:pt x="3204319" y="327006"/>
                  </a:lnTo>
                  <a:cubicBezTo>
                    <a:pt x="3204319" y="343883"/>
                    <a:pt x="3197614" y="360068"/>
                    <a:pt x="3185681" y="372002"/>
                  </a:cubicBezTo>
                  <a:cubicBezTo>
                    <a:pt x="3173747" y="383935"/>
                    <a:pt x="3157562" y="390640"/>
                    <a:pt x="3140685" y="390640"/>
                  </a:cubicBezTo>
                  <a:lnTo>
                    <a:pt x="63634" y="390640"/>
                  </a:lnTo>
                  <a:cubicBezTo>
                    <a:pt x="46757" y="390640"/>
                    <a:pt x="30571" y="383935"/>
                    <a:pt x="18638" y="372002"/>
                  </a:cubicBezTo>
                  <a:cubicBezTo>
                    <a:pt x="6704" y="360068"/>
                    <a:pt x="0" y="343883"/>
                    <a:pt x="0" y="327006"/>
                  </a:cubicBezTo>
                  <a:lnTo>
                    <a:pt x="0" y="63634"/>
                  </a:lnTo>
                  <a:cubicBezTo>
                    <a:pt x="0" y="46757"/>
                    <a:pt x="6704" y="30571"/>
                    <a:pt x="18638" y="18638"/>
                  </a:cubicBezTo>
                  <a:cubicBezTo>
                    <a:pt x="30571" y="6704"/>
                    <a:pt x="46757" y="0"/>
                    <a:pt x="6363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3204318" cy="409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46272" y="2228299"/>
            <a:ext cx="6106592" cy="6106592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0" t="-5000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3755402" y="8786866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1" id="11"/>
          <p:cNvSpPr txBox="true"/>
          <p:nvPr/>
        </p:nvSpPr>
        <p:spPr>
          <a:xfrm rot="0">
            <a:off x="9873382" y="3221674"/>
            <a:ext cx="5448808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2" id="12"/>
          <p:cNvSpPr txBox="true"/>
          <p:nvPr/>
        </p:nvSpPr>
        <p:spPr>
          <a:xfrm rot="0">
            <a:off x="9873382" y="4988674"/>
            <a:ext cx="6316833" cy="220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-666012" y="8803790"/>
            <a:ext cx="13451137" cy="1483210"/>
            <a:chOff x="0" y="0"/>
            <a:chExt cx="3542686" cy="3906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542686" cy="390640"/>
            </a:xfrm>
            <a:custGeom>
              <a:avLst/>
              <a:gdLst/>
              <a:ahLst/>
              <a:cxnLst/>
              <a:rect r="r" b="b" t="t" l="l"/>
              <a:pathLst>
                <a:path h="390640" w="3542686">
                  <a:moveTo>
                    <a:pt x="57556" y="0"/>
                  </a:moveTo>
                  <a:lnTo>
                    <a:pt x="3485131" y="0"/>
                  </a:lnTo>
                  <a:cubicBezTo>
                    <a:pt x="3516918" y="0"/>
                    <a:pt x="3542686" y="25769"/>
                    <a:pt x="3542686" y="57556"/>
                  </a:cubicBezTo>
                  <a:lnTo>
                    <a:pt x="3542686" y="333084"/>
                  </a:lnTo>
                  <a:cubicBezTo>
                    <a:pt x="3542686" y="364871"/>
                    <a:pt x="3516918" y="390640"/>
                    <a:pt x="3485131" y="390640"/>
                  </a:cubicBezTo>
                  <a:lnTo>
                    <a:pt x="57556" y="390640"/>
                  </a:lnTo>
                  <a:cubicBezTo>
                    <a:pt x="25769" y="390640"/>
                    <a:pt x="0" y="364871"/>
                    <a:pt x="0" y="333084"/>
                  </a:cubicBezTo>
                  <a:lnTo>
                    <a:pt x="0" y="57556"/>
                  </a:lnTo>
                  <a:cubicBezTo>
                    <a:pt x="0" y="25769"/>
                    <a:pt x="25769" y="0"/>
                    <a:pt x="57556" y="0"/>
                  </a:cubicBez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3542686" cy="409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006463" y="3019842"/>
            <a:ext cx="1833265" cy="1833265"/>
            <a:chOff x="0" y="0"/>
            <a:chExt cx="560044" cy="5600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60044" cy="560044"/>
            </a:xfrm>
            <a:custGeom>
              <a:avLst/>
              <a:gdLst/>
              <a:ahLst/>
              <a:cxnLst/>
              <a:rect r="r" b="b" t="t" l="l"/>
              <a:pathLst>
                <a:path h="560044" w="560044">
                  <a:moveTo>
                    <a:pt x="0" y="0"/>
                  </a:moveTo>
                  <a:lnTo>
                    <a:pt x="560044" y="0"/>
                  </a:lnTo>
                  <a:lnTo>
                    <a:pt x="560044" y="560044"/>
                  </a:lnTo>
                  <a:lnTo>
                    <a:pt x="0" y="560044"/>
                  </a:ln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560044" cy="5790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821594" y="3019842"/>
            <a:ext cx="1833265" cy="1833265"/>
            <a:chOff x="0" y="0"/>
            <a:chExt cx="560044" cy="5600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0044" cy="560044"/>
            </a:xfrm>
            <a:custGeom>
              <a:avLst/>
              <a:gdLst/>
              <a:ahLst/>
              <a:cxnLst/>
              <a:rect r="r" b="b" t="t" l="l"/>
              <a:pathLst>
                <a:path h="560044" w="560044">
                  <a:moveTo>
                    <a:pt x="0" y="0"/>
                  </a:moveTo>
                  <a:lnTo>
                    <a:pt x="560044" y="0"/>
                  </a:lnTo>
                  <a:lnTo>
                    <a:pt x="560044" y="560044"/>
                  </a:lnTo>
                  <a:lnTo>
                    <a:pt x="0" y="560044"/>
                  </a:ln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560044" cy="5790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3476246" y="3316316"/>
            <a:ext cx="1033717" cy="1033717"/>
          </a:xfrm>
          <a:custGeom>
            <a:avLst/>
            <a:gdLst/>
            <a:ahLst/>
            <a:cxnLst/>
            <a:rect r="r" b="b" t="t" l="l"/>
            <a:pathLst>
              <a:path h="1033717" w="1033717">
                <a:moveTo>
                  <a:pt x="0" y="0"/>
                </a:moveTo>
                <a:lnTo>
                  <a:pt x="1033717" y="0"/>
                </a:lnTo>
                <a:lnTo>
                  <a:pt x="1033717" y="1033717"/>
                </a:lnTo>
                <a:lnTo>
                  <a:pt x="0" y="10337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8268289" y="3418370"/>
            <a:ext cx="939874" cy="939874"/>
          </a:xfrm>
          <a:custGeom>
            <a:avLst/>
            <a:gdLst/>
            <a:ahLst/>
            <a:cxnLst/>
            <a:rect r="r" b="b" t="t" l="l"/>
            <a:pathLst>
              <a:path h="939874" w="939874">
                <a:moveTo>
                  <a:pt x="0" y="0"/>
                </a:moveTo>
                <a:lnTo>
                  <a:pt x="939874" y="0"/>
                </a:lnTo>
                <a:lnTo>
                  <a:pt x="939874" y="939874"/>
                </a:lnTo>
                <a:lnTo>
                  <a:pt x="0" y="9398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440755" y="2167719"/>
            <a:ext cx="5690339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5" id="15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6" id="16"/>
          <p:cNvSpPr txBox="true"/>
          <p:nvPr/>
        </p:nvSpPr>
        <p:spPr>
          <a:xfrm rot="0">
            <a:off x="7821594" y="5385934"/>
            <a:ext cx="395679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7" id="17"/>
          <p:cNvSpPr txBox="true"/>
          <p:nvPr/>
        </p:nvSpPr>
        <p:spPr>
          <a:xfrm rot="0">
            <a:off x="13006463" y="5385934"/>
            <a:ext cx="395679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8" id="18"/>
          <p:cNvSpPr txBox="true"/>
          <p:nvPr/>
        </p:nvSpPr>
        <p:spPr>
          <a:xfrm rot="0">
            <a:off x="7821594" y="5987347"/>
            <a:ext cx="4318710" cy="157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9" id="19"/>
          <p:cNvSpPr txBox="true"/>
          <p:nvPr/>
        </p:nvSpPr>
        <p:spPr>
          <a:xfrm rot="0">
            <a:off x="13006463" y="5982834"/>
            <a:ext cx="4252837" cy="157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13755402" y="9022583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-259800" y="3996247"/>
            <a:ext cx="16999803" cy="6717644"/>
            <a:chOff x="0" y="0"/>
            <a:chExt cx="4477314" cy="176925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7314" cy="1769256"/>
            </a:xfrm>
            <a:custGeom>
              <a:avLst/>
              <a:gdLst/>
              <a:ahLst/>
              <a:cxnLst/>
              <a:rect r="r" b="b" t="t" l="l"/>
              <a:pathLst>
                <a:path h="1769256" w="4477314">
                  <a:moveTo>
                    <a:pt x="0" y="0"/>
                  </a:moveTo>
                  <a:lnTo>
                    <a:pt x="4477314" y="0"/>
                  </a:lnTo>
                  <a:lnTo>
                    <a:pt x="4477314" y="1769256"/>
                  </a:lnTo>
                  <a:lnTo>
                    <a:pt x="0" y="17692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7314" cy="18073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7" id="7"/>
          <p:cNvSpPr txBox="true"/>
          <p:nvPr/>
        </p:nvSpPr>
        <p:spPr>
          <a:xfrm rot="0">
            <a:off x="1451734" y="2222612"/>
            <a:ext cx="7929994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8" id="8"/>
          <p:cNvSpPr txBox="true"/>
          <p:nvPr/>
        </p:nvSpPr>
        <p:spPr>
          <a:xfrm rot="0">
            <a:off x="1451734" y="6646069"/>
            <a:ext cx="3320710" cy="18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9" id="9"/>
          <p:cNvSpPr txBox="true"/>
          <p:nvPr/>
        </p:nvSpPr>
        <p:spPr>
          <a:xfrm rot="0">
            <a:off x="6819787" y="6646069"/>
            <a:ext cx="3319648" cy="18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2186778" y="6646069"/>
            <a:ext cx="3451392" cy="18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1" id="11"/>
          <p:cNvSpPr txBox="true"/>
          <p:nvPr/>
        </p:nvSpPr>
        <p:spPr>
          <a:xfrm rot="0">
            <a:off x="1451734" y="5989762"/>
            <a:ext cx="395679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2" id="12"/>
          <p:cNvSpPr txBox="true"/>
          <p:nvPr/>
        </p:nvSpPr>
        <p:spPr>
          <a:xfrm rot="0">
            <a:off x="6819787" y="5989762"/>
            <a:ext cx="232421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3" id="13"/>
          <p:cNvSpPr txBox="true"/>
          <p:nvPr/>
        </p:nvSpPr>
        <p:spPr>
          <a:xfrm rot="0">
            <a:off x="12186778" y="5989762"/>
            <a:ext cx="2324213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AutoShape 14" id="14"/>
          <p:cNvSpPr/>
          <p:nvPr/>
        </p:nvSpPr>
        <p:spPr>
          <a:xfrm>
            <a:off x="2340781" y="4858524"/>
            <a:ext cx="10708067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5" id="15"/>
          <p:cNvSpPr/>
          <p:nvPr/>
        </p:nvSpPr>
        <p:spPr>
          <a:xfrm>
            <a:off x="2340781" y="4839474"/>
            <a:ext cx="0" cy="60805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16" id="16"/>
          <p:cNvSpPr/>
          <p:nvPr/>
        </p:nvSpPr>
        <p:spPr>
          <a:xfrm>
            <a:off x="7775238" y="4839474"/>
            <a:ext cx="0" cy="60805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17" id="17"/>
          <p:cNvSpPr/>
          <p:nvPr/>
        </p:nvSpPr>
        <p:spPr>
          <a:xfrm>
            <a:off x="13029798" y="4839474"/>
            <a:ext cx="0" cy="60805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13236105" y="2515533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3"/>
                </a:lnTo>
                <a:lnTo>
                  <a:pt x="0" y="4714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2950028" y="4581788"/>
            <a:ext cx="1948997" cy="3897994"/>
          </a:xfrm>
          <a:custGeom>
            <a:avLst/>
            <a:gdLst/>
            <a:ahLst/>
            <a:cxnLst/>
            <a:rect r="r" b="b" t="t" l="l"/>
            <a:pathLst>
              <a:path h="3897994" w="1948997">
                <a:moveTo>
                  <a:pt x="0" y="0"/>
                </a:moveTo>
                <a:lnTo>
                  <a:pt x="1948997" y="0"/>
                </a:lnTo>
                <a:lnTo>
                  <a:pt x="1948997" y="3897994"/>
                </a:lnTo>
                <a:lnTo>
                  <a:pt x="0" y="38979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5400000">
            <a:off x="13223972" y="4581788"/>
            <a:ext cx="1948997" cy="3897994"/>
          </a:xfrm>
          <a:custGeom>
            <a:avLst/>
            <a:gdLst/>
            <a:ahLst/>
            <a:cxnLst/>
            <a:rect r="r" b="b" t="t" l="l"/>
            <a:pathLst>
              <a:path h="3897994" w="1948997">
                <a:moveTo>
                  <a:pt x="0" y="0"/>
                </a:moveTo>
                <a:lnTo>
                  <a:pt x="1948997" y="0"/>
                </a:lnTo>
                <a:lnTo>
                  <a:pt x="1948997" y="3897994"/>
                </a:lnTo>
                <a:lnTo>
                  <a:pt x="0" y="38979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-5400000">
            <a:off x="8169502" y="2980342"/>
            <a:ext cx="1948997" cy="3897994"/>
          </a:xfrm>
          <a:custGeom>
            <a:avLst/>
            <a:gdLst/>
            <a:ahLst/>
            <a:cxnLst/>
            <a:rect r="r" b="b" t="t" l="l"/>
            <a:pathLst>
              <a:path h="3897994" w="1948997">
                <a:moveTo>
                  <a:pt x="0" y="0"/>
                </a:moveTo>
                <a:lnTo>
                  <a:pt x="1948996" y="0"/>
                </a:lnTo>
                <a:lnTo>
                  <a:pt x="1948996" y="3897993"/>
                </a:lnTo>
                <a:lnTo>
                  <a:pt x="0" y="38979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" id="5"/>
          <p:cNvGrpSpPr/>
          <p:nvPr/>
        </p:nvGrpSpPr>
        <p:grpSpPr>
          <a:xfrm rot="0">
            <a:off x="2323080" y="3954840"/>
            <a:ext cx="3202893" cy="3202893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9536" t="0" r="-123821" b="-68905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7542554" y="4302390"/>
            <a:ext cx="3202893" cy="3202893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18610" r="0" b="-1861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597024" y="3954840"/>
            <a:ext cx="3202893" cy="3202893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13895" t="0" r="-7169" b="-81597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-1052061" y="-233278"/>
            <a:ext cx="20540410" cy="2964106"/>
            <a:chOff x="0" y="0"/>
            <a:chExt cx="5409820" cy="7806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409820" cy="780670"/>
            </a:xfrm>
            <a:custGeom>
              <a:avLst/>
              <a:gdLst/>
              <a:ahLst/>
              <a:cxnLst/>
              <a:rect r="r" b="b" t="t" l="l"/>
              <a:pathLst>
                <a:path h="780670" w="5409820">
                  <a:moveTo>
                    <a:pt x="37691" y="0"/>
                  </a:moveTo>
                  <a:lnTo>
                    <a:pt x="5372129" y="0"/>
                  </a:lnTo>
                  <a:cubicBezTo>
                    <a:pt x="5392945" y="0"/>
                    <a:pt x="5409820" y="16875"/>
                    <a:pt x="5409820" y="37691"/>
                  </a:cubicBezTo>
                  <a:lnTo>
                    <a:pt x="5409820" y="742979"/>
                  </a:lnTo>
                  <a:cubicBezTo>
                    <a:pt x="5409820" y="752975"/>
                    <a:pt x="5405849" y="762562"/>
                    <a:pt x="5398781" y="769630"/>
                  </a:cubicBezTo>
                  <a:cubicBezTo>
                    <a:pt x="5391712" y="776699"/>
                    <a:pt x="5382125" y="780670"/>
                    <a:pt x="5372129" y="780670"/>
                  </a:cubicBezTo>
                  <a:lnTo>
                    <a:pt x="37691" y="780670"/>
                  </a:lnTo>
                  <a:cubicBezTo>
                    <a:pt x="16875" y="780670"/>
                    <a:pt x="0" y="763795"/>
                    <a:pt x="0" y="742979"/>
                  </a:cubicBezTo>
                  <a:lnTo>
                    <a:pt x="0" y="37691"/>
                  </a:lnTo>
                  <a:cubicBezTo>
                    <a:pt x="0" y="16875"/>
                    <a:pt x="16875" y="0"/>
                    <a:pt x="376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5409820" cy="7997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5" id="15"/>
          <p:cNvGrpSpPr/>
          <p:nvPr/>
        </p:nvGrpSpPr>
        <p:grpSpPr>
          <a:xfrm rot="0">
            <a:off x="2383002" y="8015831"/>
            <a:ext cx="3083049" cy="833945"/>
            <a:chOff x="0" y="0"/>
            <a:chExt cx="811997" cy="219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1997" cy="219640"/>
            </a:xfrm>
            <a:custGeom>
              <a:avLst/>
              <a:gdLst/>
              <a:ahLst/>
              <a:cxnLst/>
              <a:rect r="r" b="b" t="t" l="l"/>
              <a:pathLst>
                <a:path h="219640" w="811997">
                  <a:moveTo>
                    <a:pt x="109820" y="0"/>
                  </a:moveTo>
                  <a:lnTo>
                    <a:pt x="702177" y="0"/>
                  </a:lnTo>
                  <a:cubicBezTo>
                    <a:pt x="762829" y="0"/>
                    <a:pt x="811997" y="49168"/>
                    <a:pt x="811997" y="109820"/>
                  </a:cubicBezTo>
                  <a:lnTo>
                    <a:pt x="811997" y="109820"/>
                  </a:lnTo>
                  <a:cubicBezTo>
                    <a:pt x="811997" y="138946"/>
                    <a:pt x="800426" y="166879"/>
                    <a:pt x="779831" y="187474"/>
                  </a:cubicBezTo>
                  <a:cubicBezTo>
                    <a:pt x="759236" y="208069"/>
                    <a:pt x="731303" y="219640"/>
                    <a:pt x="702177" y="219640"/>
                  </a:cubicBezTo>
                  <a:lnTo>
                    <a:pt x="109820" y="219640"/>
                  </a:lnTo>
                  <a:cubicBezTo>
                    <a:pt x="49168" y="219640"/>
                    <a:pt x="0" y="170472"/>
                    <a:pt x="0" y="109820"/>
                  </a:cubicBezTo>
                  <a:lnTo>
                    <a:pt x="0" y="109820"/>
                  </a:lnTo>
                  <a:cubicBezTo>
                    <a:pt x="0" y="49168"/>
                    <a:pt x="49168" y="0"/>
                    <a:pt x="1098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811997" cy="238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7676619" y="8015831"/>
            <a:ext cx="3083049" cy="833945"/>
            <a:chOff x="0" y="0"/>
            <a:chExt cx="811997" cy="219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1997" cy="219640"/>
            </a:xfrm>
            <a:custGeom>
              <a:avLst/>
              <a:gdLst/>
              <a:ahLst/>
              <a:cxnLst/>
              <a:rect r="r" b="b" t="t" l="l"/>
              <a:pathLst>
                <a:path h="219640" w="811997">
                  <a:moveTo>
                    <a:pt x="109820" y="0"/>
                  </a:moveTo>
                  <a:lnTo>
                    <a:pt x="702177" y="0"/>
                  </a:lnTo>
                  <a:cubicBezTo>
                    <a:pt x="762829" y="0"/>
                    <a:pt x="811997" y="49168"/>
                    <a:pt x="811997" y="109820"/>
                  </a:cubicBezTo>
                  <a:lnTo>
                    <a:pt x="811997" y="109820"/>
                  </a:lnTo>
                  <a:cubicBezTo>
                    <a:pt x="811997" y="138946"/>
                    <a:pt x="800426" y="166879"/>
                    <a:pt x="779831" y="187474"/>
                  </a:cubicBezTo>
                  <a:cubicBezTo>
                    <a:pt x="759236" y="208069"/>
                    <a:pt x="731303" y="219640"/>
                    <a:pt x="702177" y="219640"/>
                  </a:cubicBezTo>
                  <a:lnTo>
                    <a:pt x="109820" y="219640"/>
                  </a:lnTo>
                  <a:cubicBezTo>
                    <a:pt x="49168" y="219640"/>
                    <a:pt x="0" y="170472"/>
                    <a:pt x="0" y="109820"/>
                  </a:cubicBezTo>
                  <a:lnTo>
                    <a:pt x="0" y="109820"/>
                  </a:lnTo>
                  <a:cubicBezTo>
                    <a:pt x="0" y="49168"/>
                    <a:pt x="49168" y="0"/>
                    <a:pt x="1098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811997" cy="238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656946" y="8015831"/>
            <a:ext cx="3083049" cy="833945"/>
            <a:chOff x="0" y="0"/>
            <a:chExt cx="811997" cy="219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1997" cy="219640"/>
            </a:xfrm>
            <a:custGeom>
              <a:avLst/>
              <a:gdLst/>
              <a:ahLst/>
              <a:cxnLst/>
              <a:rect r="r" b="b" t="t" l="l"/>
              <a:pathLst>
                <a:path h="219640" w="811997">
                  <a:moveTo>
                    <a:pt x="109820" y="0"/>
                  </a:moveTo>
                  <a:lnTo>
                    <a:pt x="702177" y="0"/>
                  </a:lnTo>
                  <a:cubicBezTo>
                    <a:pt x="762829" y="0"/>
                    <a:pt x="811997" y="49168"/>
                    <a:pt x="811997" y="109820"/>
                  </a:cubicBezTo>
                  <a:lnTo>
                    <a:pt x="811997" y="109820"/>
                  </a:lnTo>
                  <a:cubicBezTo>
                    <a:pt x="811997" y="138946"/>
                    <a:pt x="800426" y="166879"/>
                    <a:pt x="779831" y="187474"/>
                  </a:cubicBezTo>
                  <a:cubicBezTo>
                    <a:pt x="759236" y="208069"/>
                    <a:pt x="731303" y="219640"/>
                    <a:pt x="702177" y="219640"/>
                  </a:cubicBezTo>
                  <a:lnTo>
                    <a:pt x="109820" y="219640"/>
                  </a:lnTo>
                  <a:cubicBezTo>
                    <a:pt x="49168" y="219640"/>
                    <a:pt x="0" y="170472"/>
                    <a:pt x="0" y="109820"/>
                  </a:cubicBezTo>
                  <a:lnTo>
                    <a:pt x="0" y="109820"/>
                  </a:lnTo>
                  <a:cubicBezTo>
                    <a:pt x="0" y="49168"/>
                    <a:pt x="49168" y="0"/>
                    <a:pt x="1098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811997" cy="238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5" id="25"/>
          <p:cNvSpPr txBox="true"/>
          <p:nvPr/>
        </p:nvSpPr>
        <p:spPr>
          <a:xfrm rot="0">
            <a:off x="5393529" y="919142"/>
            <a:ext cx="7929994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6" id="26"/>
          <p:cNvSpPr txBox="true"/>
          <p:nvPr/>
        </p:nvSpPr>
        <p:spPr>
          <a:xfrm rot="0">
            <a:off x="2586225" y="8253416"/>
            <a:ext cx="269335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7" id="27"/>
          <p:cNvSpPr txBox="true"/>
          <p:nvPr/>
        </p:nvSpPr>
        <p:spPr>
          <a:xfrm rot="0">
            <a:off x="7945609" y="8253416"/>
            <a:ext cx="269335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8" id="28"/>
          <p:cNvSpPr txBox="true"/>
          <p:nvPr/>
        </p:nvSpPr>
        <p:spPr>
          <a:xfrm rot="0">
            <a:off x="12851792" y="8253416"/>
            <a:ext cx="269335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89399" y="-107300"/>
            <a:ext cx="13981186" cy="10541227"/>
          </a:xfrm>
          <a:custGeom>
            <a:avLst/>
            <a:gdLst/>
            <a:ahLst/>
            <a:cxnLst/>
            <a:rect r="r" b="b" t="t" l="l"/>
            <a:pathLst>
              <a:path h="10541227" w="13981186">
                <a:moveTo>
                  <a:pt x="0" y="0"/>
                </a:moveTo>
                <a:lnTo>
                  <a:pt x="13981186" y="0"/>
                </a:lnTo>
                <a:lnTo>
                  <a:pt x="13981186" y="10541228"/>
                </a:lnTo>
                <a:lnTo>
                  <a:pt x="0" y="105412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210" t="-10784" r="0" b="-10784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-3122793" y="7775090"/>
            <a:ext cx="11538437" cy="1483210"/>
            <a:chOff x="0" y="0"/>
            <a:chExt cx="3038930" cy="3906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038930" cy="390640"/>
            </a:xfrm>
            <a:custGeom>
              <a:avLst/>
              <a:gdLst/>
              <a:ahLst/>
              <a:cxnLst/>
              <a:rect r="r" b="b" t="t" l="l"/>
              <a:pathLst>
                <a:path h="390640" w="3038930">
                  <a:moveTo>
                    <a:pt x="67097" y="0"/>
                  </a:moveTo>
                  <a:lnTo>
                    <a:pt x="2971833" y="0"/>
                  </a:lnTo>
                  <a:cubicBezTo>
                    <a:pt x="2989628" y="0"/>
                    <a:pt x="3006695" y="7069"/>
                    <a:pt x="3019278" y="19652"/>
                  </a:cubicBezTo>
                  <a:cubicBezTo>
                    <a:pt x="3031861" y="32235"/>
                    <a:pt x="3038930" y="49302"/>
                    <a:pt x="3038930" y="67097"/>
                  </a:cubicBezTo>
                  <a:lnTo>
                    <a:pt x="3038930" y="323543"/>
                  </a:lnTo>
                  <a:cubicBezTo>
                    <a:pt x="3038930" y="360599"/>
                    <a:pt x="3008890" y="390640"/>
                    <a:pt x="2971833" y="390640"/>
                  </a:cubicBezTo>
                  <a:lnTo>
                    <a:pt x="67097" y="390640"/>
                  </a:lnTo>
                  <a:cubicBezTo>
                    <a:pt x="30040" y="390640"/>
                    <a:pt x="0" y="360599"/>
                    <a:pt x="0" y="323543"/>
                  </a:cubicBezTo>
                  <a:lnTo>
                    <a:pt x="0" y="67097"/>
                  </a:lnTo>
                  <a:cubicBezTo>
                    <a:pt x="0" y="30040"/>
                    <a:pt x="30040" y="0"/>
                    <a:pt x="6709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3038930" cy="409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3247301" y="8786866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9" y="0"/>
                </a:lnTo>
                <a:lnTo>
                  <a:pt x="3503899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028700" y="7988058"/>
            <a:ext cx="7721399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9" id="9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536379" y="-1075040"/>
            <a:ext cx="7976162" cy="11788931"/>
            <a:chOff x="0" y="0"/>
            <a:chExt cx="2100718" cy="31049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00718" cy="3104904"/>
            </a:xfrm>
            <a:custGeom>
              <a:avLst/>
              <a:gdLst/>
              <a:ahLst/>
              <a:cxnLst/>
              <a:rect r="r" b="b" t="t" l="l"/>
              <a:pathLst>
                <a:path h="3104904" w="2100718">
                  <a:moveTo>
                    <a:pt x="0" y="0"/>
                  </a:moveTo>
                  <a:lnTo>
                    <a:pt x="2100718" y="0"/>
                  </a:lnTo>
                  <a:lnTo>
                    <a:pt x="2100718" y="3104904"/>
                  </a:lnTo>
                  <a:lnTo>
                    <a:pt x="0" y="3104904"/>
                  </a:ln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100718" cy="31430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415524" y="2127427"/>
            <a:ext cx="737279" cy="737279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  <a:r>
                <a:rPr lang="en-US" b="true" sz="2000" spc="162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01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415524" y="5822888"/>
            <a:ext cx="737279" cy="737279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  <a:r>
                <a:rPr lang="en-US" b="true" sz="2000" spc="162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03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350862" y="2127427"/>
            <a:ext cx="737279" cy="73727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  <a:r>
                <a:rPr lang="en-US" b="true" sz="2000" spc="162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02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350862" y="5822888"/>
            <a:ext cx="737279" cy="73727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  <a:r>
                <a:rPr lang="en-US" b="true" sz="2000" spc="162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04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9" id="19"/>
          <p:cNvSpPr txBox="true"/>
          <p:nvPr/>
        </p:nvSpPr>
        <p:spPr>
          <a:xfrm rot="0">
            <a:off x="11249990" y="2099778"/>
            <a:ext cx="5087266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0" id="20"/>
          <p:cNvSpPr txBox="true"/>
          <p:nvPr/>
        </p:nvSpPr>
        <p:spPr>
          <a:xfrm rot="0">
            <a:off x="1451734" y="7396659"/>
            <a:ext cx="3671664" cy="126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1" id="21"/>
          <p:cNvSpPr txBox="true"/>
          <p:nvPr/>
        </p:nvSpPr>
        <p:spPr>
          <a:xfrm rot="0">
            <a:off x="1451734" y="3701988"/>
            <a:ext cx="3671664" cy="126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2" id="22"/>
          <p:cNvSpPr txBox="true"/>
          <p:nvPr/>
        </p:nvSpPr>
        <p:spPr>
          <a:xfrm rot="0">
            <a:off x="6350862" y="3701988"/>
            <a:ext cx="3671664" cy="126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3" id="23"/>
          <p:cNvSpPr txBox="true"/>
          <p:nvPr/>
        </p:nvSpPr>
        <p:spPr>
          <a:xfrm rot="0">
            <a:off x="6350862" y="7396659"/>
            <a:ext cx="3671664" cy="126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4" id="24"/>
          <p:cNvSpPr txBox="true"/>
          <p:nvPr/>
        </p:nvSpPr>
        <p:spPr>
          <a:xfrm rot="0">
            <a:off x="1451734" y="6740353"/>
            <a:ext cx="395679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5" id="25"/>
          <p:cNvSpPr txBox="true"/>
          <p:nvPr/>
        </p:nvSpPr>
        <p:spPr>
          <a:xfrm rot="0">
            <a:off x="1451734" y="3045681"/>
            <a:ext cx="395679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6" id="26"/>
          <p:cNvSpPr txBox="true"/>
          <p:nvPr/>
        </p:nvSpPr>
        <p:spPr>
          <a:xfrm rot="0">
            <a:off x="6350862" y="3045681"/>
            <a:ext cx="395679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7" id="27"/>
          <p:cNvSpPr txBox="true"/>
          <p:nvPr/>
        </p:nvSpPr>
        <p:spPr>
          <a:xfrm rot="0">
            <a:off x="6350862" y="6740353"/>
            <a:ext cx="3956792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28" id="28"/>
          <p:cNvSpPr/>
          <p:nvPr/>
        </p:nvSpPr>
        <p:spPr>
          <a:xfrm flipH="false" flipV="false" rot="0">
            <a:off x="13149216" y="8786866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4" id="4"/>
          <p:cNvSpPr txBox="true"/>
          <p:nvPr/>
        </p:nvSpPr>
        <p:spPr>
          <a:xfrm rot="0">
            <a:off x="1628878" y="2081560"/>
            <a:ext cx="6120320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6" id="6"/>
          <p:cNvSpPr txBox="true"/>
          <p:nvPr/>
        </p:nvSpPr>
        <p:spPr>
          <a:xfrm rot="0">
            <a:off x="1628878" y="5124450"/>
            <a:ext cx="5299717" cy="2520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7" id="7"/>
          <p:cNvGrpSpPr/>
          <p:nvPr/>
        </p:nvGrpSpPr>
        <p:grpSpPr>
          <a:xfrm rot="0">
            <a:off x="-666012" y="8803790"/>
            <a:ext cx="13451137" cy="1483210"/>
            <a:chOff x="0" y="0"/>
            <a:chExt cx="3542686" cy="3906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542686" cy="390640"/>
            </a:xfrm>
            <a:custGeom>
              <a:avLst/>
              <a:gdLst/>
              <a:ahLst/>
              <a:cxnLst/>
              <a:rect r="r" b="b" t="t" l="l"/>
              <a:pathLst>
                <a:path h="390640" w="3542686">
                  <a:moveTo>
                    <a:pt x="57556" y="0"/>
                  </a:moveTo>
                  <a:lnTo>
                    <a:pt x="3485131" y="0"/>
                  </a:lnTo>
                  <a:cubicBezTo>
                    <a:pt x="3516918" y="0"/>
                    <a:pt x="3542686" y="25769"/>
                    <a:pt x="3542686" y="57556"/>
                  </a:cubicBezTo>
                  <a:lnTo>
                    <a:pt x="3542686" y="333084"/>
                  </a:lnTo>
                  <a:cubicBezTo>
                    <a:pt x="3542686" y="364871"/>
                    <a:pt x="3516918" y="390640"/>
                    <a:pt x="3485131" y="390640"/>
                  </a:cubicBezTo>
                  <a:lnTo>
                    <a:pt x="57556" y="390640"/>
                  </a:lnTo>
                  <a:cubicBezTo>
                    <a:pt x="25769" y="390640"/>
                    <a:pt x="0" y="364871"/>
                    <a:pt x="0" y="333084"/>
                  </a:cubicBezTo>
                  <a:lnTo>
                    <a:pt x="0" y="57556"/>
                  </a:lnTo>
                  <a:cubicBezTo>
                    <a:pt x="0" y="25769"/>
                    <a:pt x="25769" y="0"/>
                    <a:pt x="57556" y="0"/>
                  </a:cubicBezTo>
                  <a:close/>
                </a:path>
              </a:pathLst>
            </a:custGeom>
            <a:solidFill>
              <a:srgbClr val="92B8DD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3542686" cy="4096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98646" y="2174025"/>
            <a:ext cx="7665808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3" id="3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398897" y="6647661"/>
            <a:ext cx="3103664" cy="157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6" id="6"/>
          <p:cNvSpPr txBox="true"/>
          <p:nvPr/>
        </p:nvSpPr>
        <p:spPr>
          <a:xfrm rot="0">
            <a:off x="5956105" y="6647661"/>
            <a:ext cx="3187895" cy="157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7" id="7"/>
          <p:cNvSpPr txBox="true"/>
          <p:nvPr/>
        </p:nvSpPr>
        <p:spPr>
          <a:xfrm rot="0">
            <a:off x="10328383" y="6647661"/>
            <a:ext cx="3156501" cy="157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8" id="8"/>
          <p:cNvSpPr txBox="true"/>
          <p:nvPr/>
        </p:nvSpPr>
        <p:spPr>
          <a:xfrm rot="0">
            <a:off x="14344010" y="6647661"/>
            <a:ext cx="3161857" cy="157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9" id="9"/>
          <p:cNvGrpSpPr/>
          <p:nvPr/>
        </p:nvGrpSpPr>
        <p:grpSpPr>
          <a:xfrm rot="0">
            <a:off x="-951648" y="5516068"/>
            <a:ext cx="18348348" cy="730280"/>
            <a:chOff x="0" y="0"/>
            <a:chExt cx="4832487" cy="19233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832487" cy="192337"/>
            </a:xfrm>
            <a:custGeom>
              <a:avLst/>
              <a:gdLst/>
              <a:ahLst/>
              <a:cxnLst/>
              <a:rect r="r" b="b" t="t" l="l"/>
              <a:pathLst>
                <a:path h="192337" w="4832487">
                  <a:moveTo>
                    <a:pt x="42194" y="0"/>
                  </a:moveTo>
                  <a:lnTo>
                    <a:pt x="4790293" y="0"/>
                  </a:lnTo>
                  <a:cubicBezTo>
                    <a:pt x="4801483" y="0"/>
                    <a:pt x="4812216" y="4445"/>
                    <a:pt x="4820129" y="12358"/>
                  </a:cubicBezTo>
                  <a:cubicBezTo>
                    <a:pt x="4828041" y="20271"/>
                    <a:pt x="4832487" y="31004"/>
                    <a:pt x="4832487" y="42194"/>
                  </a:cubicBezTo>
                  <a:lnTo>
                    <a:pt x="4832487" y="150143"/>
                  </a:lnTo>
                  <a:cubicBezTo>
                    <a:pt x="4832487" y="161334"/>
                    <a:pt x="4828041" y="172066"/>
                    <a:pt x="4820129" y="179979"/>
                  </a:cubicBezTo>
                  <a:cubicBezTo>
                    <a:pt x="4812216" y="187892"/>
                    <a:pt x="4801483" y="192337"/>
                    <a:pt x="4790293" y="192337"/>
                  </a:cubicBezTo>
                  <a:lnTo>
                    <a:pt x="42194" y="192337"/>
                  </a:lnTo>
                  <a:cubicBezTo>
                    <a:pt x="31004" y="192337"/>
                    <a:pt x="20271" y="187892"/>
                    <a:pt x="12358" y="179979"/>
                  </a:cubicBezTo>
                  <a:cubicBezTo>
                    <a:pt x="4445" y="172066"/>
                    <a:pt x="0" y="161334"/>
                    <a:pt x="0" y="150143"/>
                  </a:cubicBezTo>
                  <a:lnTo>
                    <a:pt x="0" y="42194"/>
                  </a:lnTo>
                  <a:cubicBezTo>
                    <a:pt x="0" y="31004"/>
                    <a:pt x="4445" y="20271"/>
                    <a:pt x="12358" y="12358"/>
                  </a:cubicBezTo>
                  <a:cubicBezTo>
                    <a:pt x="20271" y="4445"/>
                    <a:pt x="31004" y="0"/>
                    <a:pt x="4219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4832487" cy="2113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98897" y="5701821"/>
            <a:ext cx="2199955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3" id="13"/>
          <p:cNvSpPr txBox="true"/>
          <p:nvPr/>
        </p:nvSpPr>
        <p:spPr>
          <a:xfrm rot="0">
            <a:off x="5956105" y="5701821"/>
            <a:ext cx="1724420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4" id="14"/>
          <p:cNvSpPr txBox="true"/>
          <p:nvPr/>
        </p:nvSpPr>
        <p:spPr>
          <a:xfrm rot="0">
            <a:off x="10328383" y="5701821"/>
            <a:ext cx="292646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5" id="15"/>
          <p:cNvSpPr txBox="true"/>
          <p:nvPr/>
        </p:nvSpPr>
        <p:spPr>
          <a:xfrm rot="0">
            <a:off x="14344010" y="5701821"/>
            <a:ext cx="2926467" cy="36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13341779" y="3704370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9" y="0"/>
                </a:lnTo>
                <a:lnTo>
                  <a:pt x="3503899" y="471433"/>
                </a:lnTo>
                <a:lnTo>
                  <a:pt x="0" y="4714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2972906"/>
            <a:ext cx="16763418" cy="7314094"/>
          </a:xfrm>
          <a:custGeom>
            <a:avLst/>
            <a:gdLst/>
            <a:ahLst/>
            <a:cxnLst/>
            <a:rect r="r" b="b" t="t" l="l"/>
            <a:pathLst>
              <a:path h="7314094" w="16763418">
                <a:moveTo>
                  <a:pt x="0" y="0"/>
                </a:moveTo>
                <a:lnTo>
                  <a:pt x="16763418" y="0"/>
                </a:lnTo>
                <a:lnTo>
                  <a:pt x="16763418" y="7314094"/>
                </a:lnTo>
                <a:lnTo>
                  <a:pt x="0" y="73140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0033" r="0" b="-12762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8818413" y="2306441"/>
            <a:ext cx="12515925" cy="1853070"/>
            <a:chOff x="0" y="0"/>
            <a:chExt cx="3296375" cy="48805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96376" cy="488051"/>
            </a:xfrm>
            <a:custGeom>
              <a:avLst/>
              <a:gdLst/>
              <a:ahLst/>
              <a:cxnLst/>
              <a:rect r="r" b="b" t="t" l="l"/>
              <a:pathLst>
                <a:path h="488051" w="3296376">
                  <a:moveTo>
                    <a:pt x="61857" y="0"/>
                  </a:moveTo>
                  <a:lnTo>
                    <a:pt x="3234519" y="0"/>
                  </a:lnTo>
                  <a:cubicBezTo>
                    <a:pt x="3268681" y="0"/>
                    <a:pt x="3296376" y="27694"/>
                    <a:pt x="3296376" y="61857"/>
                  </a:cubicBezTo>
                  <a:lnTo>
                    <a:pt x="3296376" y="426195"/>
                  </a:lnTo>
                  <a:cubicBezTo>
                    <a:pt x="3296376" y="460357"/>
                    <a:pt x="3268681" y="488051"/>
                    <a:pt x="3234519" y="488051"/>
                  </a:cubicBezTo>
                  <a:lnTo>
                    <a:pt x="61857" y="488051"/>
                  </a:lnTo>
                  <a:cubicBezTo>
                    <a:pt x="27694" y="488051"/>
                    <a:pt x="0" y="460357"/>
                    <a:pt x="0" y="426195"/>
                  </a:cubicBezTo>
                  <a:lnTo>
                    <a:pt x="0" y="61857"/>
                  </a:lnTo>
                  <a:cubicBezTo>
                    <a:pt x="0" y="27694"/>
                    <a:pt x="27694" y="0"/>
                    <a:pt x="6185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3296375" cy="5071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0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786465" y="2704338"/>
            <a:ext cx="3170232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7" id="7"/>
          <p:cNvSpPr txBox="true"/>
          <p:nvPr/>
        </p:nvSpPr>
        <p:spPr>
          <a:xfrm rot="0">
            <a:off x="12956697" y="2675763"/>
            <a:ext cx="3451211" cy="1100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8" id="8"/>
          <p:cNvSpPr txBox="true"/>
          <p:nvPr/>
        </p:nvSpPr>
        <p:spPr>
          <a:xfrm rot="0">
            <a:off x="1028700" y="701675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2245408" y="792983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2B8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153702"/>
            <a:ext cx="16072434" cy="8520557"/>
            <a:chOff x="0" y="0"/>
            <a:chExt cx="4233069" cy="224409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33069" cy="2244097"/>
            </a:xfrm>
            <a:custGeom>
              <a:avLst/>
              <a:gdLst/>
              <a:ahLst/>
              <a:cxnLst/>
              <a:rect r="r" b="b" t="t" l="l"/>
              <a:pathLst>
                <a:path h="2244097" w="4233069">
                  <a:moveTo>
                    <a:pt x="0" y="0"/>
                  </a:moveTo>
                  <a:lnTo>
                    <a:pt x="4233069" y="0"/>
                  </a:lnTo>
                  <a:lnTo>
                    <a:pt x="4233069" y="2244097"/>
                  </a:lnTo>
                  <a:lnTo>
                    <a:pt x="0" y="224409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33069" cy="22821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6653114" y="640862"/>
            <a:ext cx="852752" cy="806917"/>
          </a:xfrm>
          <a:custGeom>
            <a:avLst/>
            <a:gdLst/>
            <a:ahLst/>
            <a:cxnLst/>
            <a:rect r="r" b="b" t="t" l="l"/>
            <a:pathLst>
              <a:path h="806917" w="852752">
                <a:moveTo>
                  <a:pt x="0" y="0"/>
                </a:moveTo>
                <a:lnTo>
                  <a:pt x="852752" y="0"/>
                </a:lnTo>
                <a:lnTo>
                  <a:pt x="852752" y="806917"/>
                </a:lnTo>
                <a:lnTo>
                  <a:pt x="0" y="8069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4406931" y="9068435"/>
            <a:ext cx="2852369" cy="351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AutoShape 7" id="7"/>
          <p:cNvSpPr/>
          <p:nvPr/>
        </p:nvSpPr>
        <p:spPr>
          <a:xfrm>
            <a:off x="-350272" y="9277350"/>
            <a:ext cx="14757203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8" id="8"/>
          <p:cNvSpPr/>
          <p:nvPr/>
        </p:nvSpPr>
        <p:spPr>
          <a:xfrm flipH="true">
            <a:off x="3522469" y="7115310"/>
            <a:ext cx="211976" cy="367153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5400000">
            <a:off x="15563258" y="3683627"/>
            <a:ext cx="3503898" cy="471434"/>
          </a:xfrm>
          <a:custGeom>
            <a:avLst/>
            <a:gdLst/>
            <a:ahLst/>
            <a:cxnLst/>
            <a:rect r="r" b="b" t="t" l="l"/>
            <a:pathLst>
              <a:path h="471434" w="3503898">
                <a:moveTo>
                  <a:pt x="0" y="0"/>
                </a:moveTo>
                <a:lnTo>
                  <a:pt x="3503898" y="0"/>
                </a:lnTo>
                <a:lnTo>
                  <a:pt x="3503898" y="471434"/>
                </a:lnTo>
                <a:lnTo>
                  <a:pt x="0" y="4714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028700" y="721741"/>
            <a:ext cx="1510928" cy="63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1" id="11"/>
          <p:cNvSpPr txBox="true"/>
          <p:nvPr/>
        </p:nvSpPr>
        <p:spPr>
          <a:xfrm rot="0">
            <a:off x="1028700" y="3526432"/>
            <a:ext cx="7804538" cy="3232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2" id="12"/>
          <p:cNvSpPr txBox="true"/>
          <p:nvPr/>
        </p:nvSpPr>
        <p:spPr>
          <a:xfrm rot="0">
            <a:off x="1028700" y="7099496"/>
            <a:ext cx="2230214" cy="351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3" id="13"/>
          <p:cNvSpPr txBox="true"/>
          <p:nvPr/>
        </p:nvSpPr>
        <p:spPr>
          <a:xfrm rot="0">
            <a:off x="4264978" y="7099496"/>
            <a:ext cx="3577563" cy="351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DAG54a_hoO8</dc:identifier>
  <dcterms:modified xsi:type="dcterms:W3CDTF">2011-08-01T06:04:30Z</dcterms:modified>
  <cp:revision>1</cp:revision>
  <dc:title>Blue and White Minimalist Corporate Sustainable Business Presentation</dc:title>
</cp:coreProperties>
</file>