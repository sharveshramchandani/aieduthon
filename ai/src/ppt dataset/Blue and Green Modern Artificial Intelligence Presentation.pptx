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" charset="1" panose="00000500000000000000"/>
      <p:regular r:id="rId16"/>
    </p:embeddedFont>
    <p:embeddedFont>
      <p:font typeface="HK Grotesk Italics" charset="1" panose="00000500000000000000"/>
      <p:regular r:id="rId17"/>
    </p:embeddedFont>
    <p:embeddedFont>
      <p:font typeface="Glacial Indifferen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Relationship Id="rId9" Type="http://schemas.openxmlformats.org/officeDocument/2006/relationships/image" Target="../media/image14.png"/><Relationship Id="rId10" Type="http://schemas.openxmlformats.org/officeDocument/2006/relationships/image" Target="../media/image15.svg"/><Relationship Id="rId11" Type="http://schemas.openxmlformats.org/officeDocument/2006/relationships/image" Target="../media/image16.png"/><Relationship Id="rId12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243404" y="6414887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4651632" y="3377707"/>
            <a:ext cx="8984736" cy="28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716061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4280023"/>
            <a:ext cx="7899970" cy="313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028700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2500831" y="1028700"/>
            <a:ext cx="4956202" cy="8229600"/>
          </a:xfrm>
          <a:custGeom>
            <a:avLst/>
            <a:gdLst/>
            <a:ahLst/>
            <a:cxnLst/>
            <a:rect r="r" b="b" t="t" l="l"/>
            <a:pathLst>
              <a:path h="8229600" w="4956202">
                <a:moveTo>
                  <a:pt x="4956202" y="0"/>
                </a:moveTo>
                <a:lnTo>
                  <a:pt x="0" y="0"/>
                </a:lnTo>
                <a:lnTo>
                  <a:pt x="0" y="8229600"/>
                </a:lnTo>
                <a:lnTo>
                  <a:pt x="4956202" y="8229600"/>
                </a:lnTo>
                <a:lnTo>
                  <a:pt x="495620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1928743" y="2917220"/>
            <a:ext cx="5330557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9437529" y="4217006"/>
            <a:ext cx="7821771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2403422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1148690"/>
            <a:ext cx="8115300" cy="7989621"/>
          </a:xfrm>
          <a:custGeom>
            <a:avLst/>
            <a:gdLst/>
            <a:ahLst/>
            <a:cxnLst/>
            <a:rect r="r" b="b" t="t" l="l"/>
            <a:pathLst>
              <a:path h="7989621" w="8115300">
                <a:moveTo>
                  <a:pt x="0" y="0"/>
                </a:moveTo>
                <a:lnTo>
                  <a:pt x="8115300" y="0"/>
                </a:lnTo>
                <a:lnTo>
                  <a:pt x="8115300" y="7989620"/>
                </a:lnTo>
                <a:lnTo>
                  <a:pt x="0" y="798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057125" y="2320674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1057125" y="3699822"/>
            <a:ext cx="7402185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028700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5927023"/>
            <a:ext cx="7430609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18180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8492" t="0" r="-3849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28743" y="2917220"/>
            <a:ext cx="5330557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9468675" y="4217006"/>
            <a:ext cx="779062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2403422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31637" y="-450964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65720" y="4661285"/>
            <a:ext cx="7137191" cy="292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5755227" y="2373494"/>
            <a:ext cx="6777546" cy="152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6716061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9885089" y="4663054"/>
            <a:ext cx="7137191" cy="292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340479" y="1009924"/>
            <a:ext cx="6941783" cy="12795913"/>
          </a:xfrm>
          <a:custGeom>
            <a:avLst/>
            <a:gdLst/>
            <a:ahLst/>
            <a:cxnLst/>
            <a:rect r="r" b="b" t="t" l="l"/>
            <a:pathLst>
              <a:path h="12795913" w="6941783">
                <a:moveTo>
                  <a:pt x="6941783" y="0"/>
                </a:moveTo>
                <a:lnTo>
                  <a:pt x="0" y="0"/>
                </a:lnTo>
                <a:lnTo>
                  <a:pt x="0" y="12795913"/>
                </a:lnTo>
                <a:lnTo>
                  <a:pt x="6941783" y="12795913"/>
                </a:lnTo>
                <a:lnTo>
                  <a:pt x="694178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0604151" y="2917220"/>
            <a:ext cx="6655149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9403794" y="4217006"/>
            <a:ext cx="7855506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2403422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572" t="0" r="-2457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910400"/>
            <a:ext cx="6706974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4280023"/>
            <a:ext cx="7899970" cy="313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028700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2197881" y="1028700"/>
            <a:ext cx="5657850" cy="8229600"/>
          </a:xfrm>
          <a:custGeom>
            <a:avLst/>
            <a:gdLst/>
            <a:ahLst/>
            <a:cxnLst/>
            <a:rect r="r" b="b" t="t" l="l"/>
            <a:pathLst>
              <a:path h="8229600" w="5657850">
                <a:moveTo>
                  <a:pt x="0" y="0"/>
                </a:moveTo>
                <a:lnTo>
                  <a:pt x="5657850" y="0"/>
                </a:lnTo>
                <a:lnTo>
                  <a:pt x="5657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6612296" y="5741591"/>
            <a:ext cx="647004" cy="647004"/>
          </a:xfrm>
          <a:custGeom>
            <a:avLst/>
            <a:gdLst/>
            <a:ahLst/>
            <a:cxnLst/>
            <a:rect r="r" b="b" t="t" l="l"/>
            <a:pathLst>
              <a:path h="647004" w="647004">
                <a:moveTo>
                  <a:pt x="0" y="0"/>
                </a:moveTo>
                <a:lnTo>
                  <a:pt x="647004" y="0"/>
                </a:lnTo>
                <a:lnTo>
                  <a:pt x="647004" y="647004"/>
                </a:lnTo>
                <a:lnTo>
                  <a:pt x="0" y="647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612296" y="6556123"/>
            <a:ext cx="647004" cy="647004"/>
          </a:xfrm>
          <a:custGeom>
            <a:avLst/>
            <a:gdLst/>
            <a:ahLst/>
            <a:cxnLst/>
            <a:rect r="r" b="b" t="t" l="l"/>
            <a:pathLst>
              <a:path h="647004" w="647004">
                <a:moveTo>
                  <a:pt x="0" y="0"/>
                </a:moveTo>
                <a:lnTo>
                  <a:pt x="647004" y="0"/>
                </a:lnTo>
                <a:lnTo>
                  <a:pt x="647004" y="647004"/>
                </a:lnTo>
                <a:lnTo>
                  <a:pt x="0" y="6470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6612296" y="7374577"/>
            <a:ext cx="647004" cy="647004"/>
          </a:xfrm>
          <a:custGeom>
            <a:avLst/>
            <a:gdLst/>
            <a:ahLst/>
            <a:cxnLst/>
            <a:rect r="r" b="b" t="t" l="l"/>
            <a:pathLst>
              <a:path h="647004" w="647004">
                <a:moveTo>
                  <a:pt x="0" y="0"/>
                </a:moveTo>
                <a:lnTo>
                  <a:pt x="647004" y="0"/>
                </a:lnTo>
                <a:lnTo>
                  <a:pt x="647004" y="647005"/>
                </a:lnTo>
                <a:lnTo>
                  <a:pt x="0" y="647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6612296" y="8193032"/>
            <a:ext cx="647004" cy="647004"/>
          </a:xfrm>
          <a:custGeom>
            <a:avLst/>
            <a:gdLst/>
            <a:ahLst/>
            <a:cxnLst/>
            <a:rect r="r" b="b" t="t" l="l"/>
            <a:pathLst>
              <a:path h="647004" w="647004">
                <a:moveTo>
                  <a:pt x="0" y="0"/>
                </a:moveTo>
                <a:lnTo>
                  <a:pt x="647004" y="0"/>
                </a:lnTo>
                <a:lnTo>
                  <a:pt x="647004" y="647004"/>
                </a:lnTo>
                <a:lnTo>
                  <a:pt x="0" y="6470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0155912" y="4098379"/>
            <a:ext cx="7103388" cy="104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700745" y="5626949"/>
            <a:ext cx="5665568" cy="314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2403422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243404" y="5626628"/>
            <a:ext cx="7801192" cy="55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6716061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DAG54TdwZEo</dc:identifier>
  <dcterms:modified xsi:type="dcterms:W3CDTF">2011-08-01T06:04:30Z</dcterms:modified>
  <cp:revision>1</cp:revision>
  <dc:title>Blue and Green Modern Artificial Intelligence Presentation</dc:title>
</cp:coreProperties>
</file>