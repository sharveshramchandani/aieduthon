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3.svg" ContentType="image/svg+xml"/>
  <Override PartName="/ppt/media/image19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Semi-Bold" charset="1" panose="000007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12.png"/><Relationship Id="rId10" Type="http://schemas.openxmlformats.org/officeDocument/2006/relationships/image" Target="../media/image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16.png"/><Relationship Id="rId9" Type="http://schemas.openxmlformats.org/officeDocument/2006/relationships/image" Target="../media/image17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669188"/>
            <a:chOff x="0" y="0"/>
            <a:chExt cx="1839192" cy="176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3491698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5835017" y="6562468"/>
            <a:ext cx="6617965" cy="48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52271" y="7656324"/>
            <a:ext cx="4845334" cy="582575"/>
            <a:chOff x="0" y="0"/>
            <a:chExt cx="1276137" cy="1534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595420" y="2134178"/>
            <a:ext cx="8011990" cy="215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8652271" y="4546630"/>
            <a:ext cx="7898287" cy="271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9593710" y="7792824"/>
            <a:ext cx="3007705" cy="31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3134" y="1616740"/>
            <a:ext cx="6830714" cy="2128485"/>
            <a:chOff x="0" y="0"/>
            <a:chExt cx="2286638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5802" y="2275139"/>
            <a:ext cx="1023822" cy="839534"/>
          </a:xfrm>
          <a:custGeom>
            <a:avLst/>
            <a:gdLst/>
            <a:ahLst/>
            <a:cxnLst/>
            <a:rect r="r" b="b" t="t" l="l"/>
            <a:pathLst>
              <a:path h="839534" w="1023822">
                <a:moveTo>
                  <a:pt x="0" y="0"/>
                </a:moveTo>
                <a:lnTo>
                  <a:pt x="1023822" y="0"/>
                </a:lnTo>
                <a:lnTo>
                  <a:pt x="1023822" y="839533"/>
                </a:lnTo>
                <a:lnTo>
                  <a:pt x="0" y="839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0083134" y="4079914"/>
            <a:ext cx="6830714" cy="2128485"/>
            <a:chOff x="0" y="0"/>
            <a:chExt cx="2286638" cy="712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83134" y="6541774"/>
            <a:ext cx="6830714" cy="2128485"/>
            <a:chOff x="0" y="0"/>
            <a:chExt cx="2286638" cy="7125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677950" y="4517864"/>
            <a:ext cx="1031674" cy="1252584"/>
          </a:xfrm>
          <a:custGeom>
            <a:avLst/>
            <a:gdLst/>
            <a:ahLst/>
            <a:cxnLst/>
            <a:rect r="r" b="b" t="t" l="l"/>
            <a:pathLst>
              <a:path h="1252584" w="1031674">
                <a:moveTo>
                  <a:pt x="0" y="0"/>
                </a:moveTo>
                <a:lnTo>
                  <a:pt x="1031674" y="0"/>
                </a:lnTo>
                <a:lnTo>
                  <a:pt x="1031674" y="1252585"/>
                </a:lnTo>
                <a:lnTo>
                  <a:pt x="0" y="1252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0497275" y="7308439"/>
            <a:ext cx="1400875" cy="924578"/>
          </a:xfrm>
          <a:custGeom>
            <a:avLst/>
            <a:gdLst/>
            <a:ahLst/>
            <a:cxnLst/>
            <a:rect r="r" b="b" t="t" l="l"/>
            <a:pathLst>
              <a:path h="924578" w="1400875">
                <a:moveTo>
                  <a:pt x="0" y="0"/>
                </a:moveTo>
                <a:lnTo>
                  <a:pt x="1400875" y="0"/>
                </a:lnTo>
                <a:lnTo>
                  <a:pt x="1400875" y="924577"/>
                </a:lnTo>
                <a:lnTo>
                  <a:pt x="0" y="92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218937" y="2864121"/>
            <a:ext cx="8537476" cy="25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218937" y="5587947"/>
            <a:ext cx="6613419" cy="156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12613891" y="2265614"/>
            <a:ext cx="3556933" cy="87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2613891" y="4696021"/>
            <a:ext cx="3556933" cy="87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2613891" y="7162803"/>
            <a:ext cx="3556933" cy="87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19" id="19"/>
          <p:cNvSpPr/>
          <p:nvPr/>
        </p:nvSpPr>
        <p:spPr>
          <a:xfrm flipV="true">
            <a:off x="12118262" y="2375876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 flipV="true">
            <a:off x="12118262" y="4774758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 flipV="true">
            <a:off x="12137312" y="7300910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218937" y="7583541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160376" y="7720041"/>
            <a:ext cx="3007705" cy="31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0429" y="2486361"/>
            <a:ext cx="6587404" cy="6587404"/>
          </a:xfrm>
          <a:custGeom>
            <a:avLst/>
            <a:gdLst/>
            <a:ahLst/>
            <a:cxnLst/>
            <a:rect r="r" b="b" t="t" l="l"/>
            <a:pathLst>
              <a:path h="6587404" w="6587404">
                <a:moveTo>
                  <a:pt x="0" y="0"/>
                </a:moveTo>
                <a:lnTo>
                  <a:pt x="6587404" y="0"/>
                </a:lnTo>
                <a:lnTo>
                  <a:pt x="6587404" y="6587404"/>
                </a:lnTo>
                <a:lnTo>
                  <a:pt x="0" y="658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311903" y="3956783"/>
            <a:ext cx="2333479" cy="582575"/>
            <a:chOff x="0" y="0"/>
            <a:chExt cx="614579" cy="1534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4579" cy="153435"/>
            </a:xfrm>
            <a:custGeom>
              <a:avLst/>
              <a:gdLst/>
              <a:ahLst/>
              <a:cxnLst/>
              <a:rect r="r" b="b" t="t" l="l"/>
              <a:pathLst>
                <a:path h="153435" w="614579">
                  <a:moveTo>
                    <a:pt x="76718" y="0"/>
                  </a:moveTo>
                  <a:lnTo>
                    <a:pt x="537861" y="0"/>
                  </a:lnTo>
                  <a:cubicBezTo>
                    <a:pt x="558208" y="0"/>
                    <a:pt x="577721" y="8083"/>
                    <a:pt x="592109" y="22470"/>
                  </a:cubicBezTo>
                  <a:cubicBezTo>
                    <a:pt x="606496" y="36857"/>
                    <a:pt x="614579" y="56371"/>
                    <a:pt x="614579" y="76718"/>
                  </a:cubicBezTo>
                  <a:lnTo>
                    <a:pt x="614579" y="76718"/>
                  </a:lnTo>
                  <a:cubicBezTo>
                    <a:pt x="614579" y="97064"/>
                    <a:pt x="606496" y="116578"/>
                    <a:pt x="592109" y="130965"/>
                  </a:cubicBezTo>
                  <a:cubicBezTo>
                    <a:pt x="577721" y="145353"/>
                    <a:pt x="558208" y="153435"/>
                    <a:pt x="537861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14579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1903" y="7214501"/>
            <a:ext cx="2333479" cy="582575"/>
            <a:chOff x="0" y="0"/>
            <a:chExt cx="614579" cy="1534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4579" cy="153435"/>
            </a:xfrm>
            <a:custGeom>
              <a:avLst/>
              <a:gdLst/>
              <a:ahLst/>
              <a:cxnLst/>
              <a:rect r="r" b="b" t="t" l="l"/>
              <a:pathLst>
                <a:path h="153435" w="614579">
                  <a:moveTo>
                    <a:pt x="76718" y="0"/>
                  </a:moveTo>
                  <a:lnTo>
                    <a:pt x="537861" y="0"/>
                  </a:lnTo>
                  <a:cubicBezTo>
                    <a:pt x="558208" y="0"/>
                    <a:pt x="577721" y="8083"/>
                    <a:pt x="592109" y="22470"/>
                  </a:cubicBezTo>
                  <a:cubicBezTo>
                    <a:pt x="606496" y="36857"/>
                    <a:pt x="614579" y="56371"/>
                    <a:pt x="614579" y="76718"/>
                  </a:cubicBezTo>
                  <a:lnTo>
                    <a:pt x="614579" y="76718"/>
                  </a:lnTo>
                  <a:cubicBezTo>
                    <a:pt x="614579" y="97064"/>
                    <a:pt x="606496" y="116578"/>
                    <a:pt x="592109" y="130965"/>
                  </a:cubicBezTo>
                  <a:cubicBezTo>
                    <a:pt x="577721" y="145353"/>
                    <a:pt x="558208" y="153435"/>
                    <a:pt x="537861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14579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89830" y="3794858"/>
            <a:ext cx="2333479" cy="582575"/>
            <a:chOff x="0" y="0"/>
            <a:chExt cx="614579" cy="1534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4579" cy="153435"/>
            </a:xfrm>
            <a:custGeom>
              <a:avLst/>
              <a:gdLst/>
              <a:ahLst/>
              <a:cxnLst/>
              <a:rect r="r" b="b" t="t" l="l"/>
              <a:pathLst>
                <a:path h="153435" w="614579">
                  <a:moveTo>
                    <a:pt x="76718" y="0"/>
                  </a:moveTo>
                  <a:lnTo>
                    <a:pt x="537861" y="0"/>
                  </a:lnTo>
                  <a:cubicBezTo>
                    <a:pt x="558208" y="0"/>
                    <a:pt x="577721" y="8083"/>
                    <a:pt x="592109" y="22470"/>
                  </a:cubicBezTo>
                  <a:cubicBezTo>
                    <a:pt x="606496" y="36857"/>
                    <a:pt x="614579" y="56371"/>
                    <a:pt x="614579" y="76718"/>
                  </a:cubicBezTo>
                  <a:lnTo>
                    <a:pt x="614579" y="76718"/>
                  </a:lnTo>
                  <a:cubicBezTo>
                    <a:pt x="614579" y="97064"/>
                    <a:pt x="606496" y="116578"/>
                    <a:pt x="592109" y="130965"/>
                  </a:cubicBezTo>
                  <a:cubicBezTo>
                    <a:pt x="577721" y="145353"/>
                    <a:pt x="558208" y="153435"/>
                    <a:pt x="537861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14579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89830" y="7052576"/>
            <a:ext cx="2333479" cy="582575"/>
            <a:chOff x="0" y="0"/>
            <a:chExt cx="614579" cy="1534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4579" cy="153435"/>
            </a:xfrm>
            <a:custGeom>
              <a:avLst/>
              <a:gdLst/>
              <a:ahLst/>
              <a:cxnLst/>
              <a:rect r="r" b="b" t="t" l="l"/>
              <a:pathLst>
                <a:path h="153435" w="614579">
                  <a:moveTo>
                    <a:pt x="76718" y="0"/>
                  </a:moveTo>
                  <a:lnTo>
                    <a:pt x="537861" y="0"/>
                  </a:lnTo>
                  <a:cubicBezTo>
                    <a:pt x="558208" y="0"/>
                    <a:pt x="577721" y="8083"/>
                    <a:pt x="592109" y="22470"/>
                  </a:cubicBezTo>
                  <a:cubicBezTo>
                    <a:pt x="606496" y="36857"/>
                    <a:pt x="614579" y="56371"/>
                    <a:pt x="614579" y="76718"/>
                  </a:cubicBezTo>
                  <a:lnTo>
                    <a:pt x="614579" y="76718"/>
                  </a:lnTo>
                  <a:cubicBezTo>
                    <a:pt x="614579" y="97064"/>
                    <a:pt x="606496" y="116578"/>
                    <a:pt x="592109" y="130965"/>
                  </a:cubicBezTo>
                  <a:cubicBezTo>
                    <a:pt x="577721" y="145353"/>
                    <a:pt x="558208" y="153435"/>
                    <a:pt x="537861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14579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844604" y="769456"/>
            <a:ext cx="7999053" cy="123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1311903" y="2665220"/>
            <a:ext cx="2178165" cy="112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393908" y="4106822"/>
            <a:ext cx="2169471" cy="28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311903" y="4682232"/>
            <a:ext cx="3658314" cy="93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1311903" y="5922938"/>
            <a:ext cx="2178165" cy="112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0" id="20"/>
          <p:cNvSpPr txBox="true"/>
          <p:nvPr/>
        </p:nvSpPr>
        <p:spPr>
          <a:xfrm rot="0">
            <a:off x="1393908" y="7364540"/>
            <a:ext cx="2169471" cy="28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1" id="21"/>
          <p:cNvSpPr txBox="true"/>
          <p:nvPr/>
        </p:nvSpPr>
        <p:spPr>
          <a:xfrm rot="0">
            <a:off x="1311903" y="7939950"/>
            <a:ext cx="3658314" cy="93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2" id="22"/>
          <p:cNvSpPr txBox="true"/>
          <p:nvPr/>
        </p:nvSpPr>
        <p:spPr>
          <a:xfrm rot="0">
            <a:off x="13489830" y="2503295"/>
            <a:ext cx="2178165" cy="112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3" id="23"/>
          <p:cNvSpPr txBox="true"/>
          <p:nvPr/>
        </p:nvSpPr>
        <p:spPr>
          <a:xfrm rot="0">
            <a:off x="13571834" y="3944897"/>
            <a:ext cx="2169471" cy="28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13489830" y="4520307"/>
            <a:ext cx="3658314" cy="93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5" id="25"/>
          <p:cNvSpPr txBox="true"/>
          <p:nvPr/>
        </p:nvSpPr>
        <p:spPr>
          <a:xfrm rot="0">
            <a:off x="13489830" y="5761013"/>
            <a:ext cx="2178165" cy="112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6" id="26"/>
          <p:cNvSpPr txBox="true"/>
          <p:nvPr/>
        </p:nvSpPr>
        <p:spPr>
          <a:xfrm rot="0">
            <a:off x="13571834" y="7202615"/>
            <a:ext cx="2169471" cy="28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7" id="27"/>
          <p:cNvSpPr txBox="true"/>
          <p:nvPr/>
        </p:nvSpPr>
        <p:spPr>
          <a:xfrm rot="0">
            <a:off x="13489830" y="7778025"/>
            <a:ext cx="3658314" cy="93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142385" y="3654843"/>
            <a:ext cx="8537476" cy="132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1" id="21"/>
          <p:cNvSpPr txBox="true"/>
          <p:nvPr/>
        </p:nvSpPr>
        <p:spPr>
          <a:xfrm rot="0">
            <a:off x="1244800" y="5510359"/>
            <a:ext cx="6613419" cy="156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22" id="22"/>
          <p:cNvGrpSpPr/>
          <p:nvPr/>
        </p:nvGrpSpPr>
        <p:grpSpPr>
          <a:xfrm rot="0">
            <a:off x="1244800" y="7505953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186239" y="7642453"/>
            <a:ext cx="3007705" cy="31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36740" y="2932889"/>
            <a:ext cx="3443373" cy="5819980"/>
            <a:chOff x="0" y="0"/>
            <a:chExt cx="612460" cy="1035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2"/>
              <a:stretch>
                <a:fillRect l="-9171" t="0" r="-47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80113" y="2932889"/>
            <a:ext cx="3363887" cy="5819980"/>
            <a:chOff x="0" y="0"/>
            <a:chExt cx="1017147" cy="1759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932889"/>
            <a:ext cx="3443373" cy="5819980"/>
            <a:chOff x="0" y="0"/>
            <a:chExt cx="612460" cy="1035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3"/>
              <a:stretch>
                <a:fillRect l="-6304" t="0" r="-630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87373" y="2932889"/>
            <a:ext cx="3363887" cy="5819980"/>
            <a:chOff x="0" y="0"/>
            <a:chExt cx="1017147" cy="1759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68623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6168623" y="4944522"/>
            <a:ext cx="2492814" cy="90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6168623" y="4700431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6168623" y="6263881"/>
            <a:ext cx="787259" cy="519591"/>
          </a:xfrm>
          <a:custGeom>
            <a:avLst/>
            <a:gdLst/>
            <a:ahLst/>
            <a:cxnLst/>
            <a:rect r="r" b="b" t="t" l="l"/>
            <a:pathLst>
              <a:path h="519591" w="787259">
                <a:moveTo>
                  <a:pt x="0" y="0"/>
                </a:moveTo>
                <a:lnTo>
                  <a:pt x="787260" y="0"/>
                </a:lnTo>
                <a:lnTo>
                  <a:pt x="787260" y="519591"/>
                </a:lnTo>
                <a:lnTo>
                  <a:pt x="0" y="519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6168623" y="7198837"/>
            <a:ext cx="2492814" cy="90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6168623" y="6954746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2977898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12977898" y="4944522"/>
            <a:ext cx="2492814" cy="90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0" id="20"/>
          <p:cNvSpPr txBox="true"/>
          <p:nvPr/>
        </p:nvSpPr>
        <p:spPr>
          <a:xfrm rot="0">
            <a:off x="12977898" y="4700431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2977898" y="6263881"/>
            <a:ext cx="787259" cy="519591"/>
          </a:xfrm>
          <a:custGeom>
            <a:avLst/>
            <a:gdLst/>
            <a:ahLst/>
            <a:cxnLst/>
            <a:rect r="r" b="b" t="t" l="l"/>
            <a:pathLst>
              <a:path h="519591" w="787259">
                <a:moveTo>
                  <a:pt x="0" y="0"/>
                </a:moveTo>
                <a:lnTo>
                  <a:pt x="787259" y="0"/>
                </a:lnTo>
                <a:lnTo>
                  <a:pt x="787259" y="519591"/>
                </a:lnTo>
                <a:lnTo>
                  <a:pt x="0" y="519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2977898" y="7198837"/>
            <a:ext cx="2492814" cy="90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3" id="23"/>
          <p:cNvSpPr txBox="true"/>
          <p:nvPr/>
        </p:nvSpPr>
        <p:spPr>
          <a:xfrm rot="0">
            <a:off x="12977898" y="6954746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4354896" y="1254733"/>
            <a:ext cx="9578208" cy="9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8865" y="2662714"/>
            <a:ext cx="6437409" cy="108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3" id="3"/>
          <p:cNvGrpSpPr/>
          <p:nvPr/>
        </p:nvGrpSpPr>
        <p:grpSpPr>
          <a:xfrm rot="0">
            <a:off x="1258865" y="3968928"/>
            <a:ext cx="4026853" cy="606389"/>
            <a:chOff x="0" y="0"/>
            <a:chExt cx="1348022" cy="202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8022" cy="202994"/>
            </a:xfrm>
            <a:custGeom>
              <a:avLst/>
              <a:gdLst/>
              <a:ahLst/>
              <a:cxnLst/>
              <a:rect r="r" b="b" t="t" l="l"/>
              <a:pathLst>
                <a:path h="202994" w="1348022">
                  <a:moveTo>
                    <a:pt x="96129" y="0"/>
                  </a:moveTo>
                  <a:lnTo>
                    <a:pt x="1251893" y="0"/>
                  </a:lnTo>
                  <a:cubicBezTo>
                    <a:pt x="1304984" y="0"/>
                    <a:pt x="1348022" y="43038"/>
                    <a:pt x="1348022" y="96129"/>
                  </a:cubicBezTo>
                  <a:lnTo>
                    <a:pt x="1348022" y="106865"/>
                  </a:lnTo>
                  <a:cubicBezTo>
                    <a:pt x="1348022" y="159955"/>
                    <a:pt x="1304984" y="202994"/>
                    <a:pt x="1251893" y="202994"/>
                  </a:cubicBezTo>
                  <a:lnTo>
                    <a:pt x="96129" y="202994"/>
                  </a:lnTo>
                  <a:cubicBezTo>
                    <a:pt x="43038" y="202994"/>
                    <a:pt x="0" y="159955"/>
                    <a:pt x="0" y="106865"/>
                  </a:cubicBezTo>
                  <a:lnTo>
                    <a:pt x="0" y="96129"/>
                  </a:lnTo>
                  <a:cubicBezTo>
                    <a:pt x="0" y="43038"/>
                    <a:pt x="43038" y="0"/>
                    <a:pt x="9612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348022" cy="11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59197" y="4069717"/>
            <a:ext cx="3563270" cy="40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258865" y="4954676"/>
            <a:ext cx="6914101" cy="30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8" id="8"/>
          <p:cNvGrpSpPr/>
          <p:nvPr/>
        </p:nvGrpSpPr>
        <p:grpSpPr>
          <a:xfrm rot="0">
            <a:off x="10175402" y="1600759"/>
            <a:ext cx="6830714" cy="2128485"/>
            <a:chOff x="0" y="0"/>
            <a:chExt cx="2286638" cy="712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778069" y="2259157"/>
            <a:ext cx="1023822" cy="839534"/>
          </a:xfrm>
          <a:custGeom>
            <a:avLst/>
            <a:gdLst/>
            <a:ahLst/>
            <a:cxnLst/>
            <a:rect r="r" b="b" t="t" l="l"/>
            <a:pathLst>
              <a:path h="839534" w="1023822">
                <a:moveTo>
                  <a:pt x="0" y="0"/>
                </a:moveTo>
                <a:lnTo>
                  <a:pt x="1023822" y="0"/>
                </a:lnTo>
                <a:lnTo>
                  <a:pt x="1023822" y="839534"/>
                </a:lnTo>
                <a:lnTo>
                  <a:pt x="0" y="83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0175402" y="4137367"/>
            <a:ext cx="6830714" cy="2128485"/>
            <a:chOff x="0" y="0"/>
            <a:chExt cx="2286638" cy="712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75402" y="6675427"/>
            <a:ext cx="6830714" cy="2128485"/>
            <a:chOff x="0" y="0"/>
            <a:chExt cx="2286638" cy="7125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770217" y="4575317"/>
            <a:ext cx="1031674" cy="1252584"/>
          </a:xfrm>
          <a:custGeom>
            <a:avLst/>
            <a:gdLst/>
            <a:ahLst/>
            <a:cxnLst/>
            <a:rect r="r" b="b" t="t" l="l"/>
            <a:pathLst>
              <a:path h="1252584" w="1031674">
                <a:moveTo>
                  <a:pt x="0" y="0"/>
                </a:moveTo>
                <a:lnTo>
                  <a:pt x="1031674" y="0"/>
                </a:lnTo>
                <a:lnTo>
                  <a:pt x="1031674" y="1252585"/>
                </a:lnTo>
                <a:lnTo>
                  <a:pt x="0" y="1252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10589543" y="7442092"/>
            <a:ext cx="1400875" cy="924578"/>
          </a:xfrm>
          <a:custGeom>
            <a:avLst/>
            <a:gdLst/>
            <a:ahLst/>
            <a:cxnLst/>
            <a:rect r="r" b="b" t="t" l="l"/>
            <a:pathLst>
              <a:path h="924578" w="1400875">
                <a:moveTo>
                  <a:pt x="0" y="0"/>
                </a:moveTo>
                <a:lnTo>
                  <a:pt x="1400875" y="0"/>
                </a:lnTo>
                <a:lnTo>
                  <a:pt x="1400875" y="924577"/>
                </a:lnTo>
                <a:lnTo>
                  <a:pt x="0" y="92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12706158" y="2249632"/>
            <a:ext cx="3556933" cy="87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1" id="21"/>
          <p:cNvSpPr txBox="true"/>
          <p:nvPr/>
        </p:nvSpPr>
        <p:spPr>
          <a:xfrm rot="0">
            <a:off x="12706158" y="4753474"/>
            <a:ext cx="3556933" cy="87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2" id="22"/>
          <p:cNvSpPr txBox="true"/>
          <p:nvPr/>
        </p:nvSpPr>
        <p:spPr>
          <a:xfrm rot="0">
            <a:off x="12706158" y="7296455"/>
            <a:ext cx="3556933" cy="87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23" id="23"/>
          <p:cNvSpPr/>
          <p:nvPr/>
        </p:nvSpPr>
        <p:spPr>
          <a:xfrm flipV="true">
            <a:off x="12210529" y="2359895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4" id="24"/>
          <p:cNvSpPr/>
          <p:nvPr/>
        </p:nvSpPr>
        <p:spPr>
          <a:xfrm flipV="true">
            <a:off x="12210529" y="4832211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5" id="25"/>
          <p:cNvSpPr/>
          <p:nvPr/>
        </p:nvSpPr>
        <p:spPr>
          <a:xfrm flipV="true">
            <a:off x="12229579" y="7434563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6698" y="4816275"/>
            <a:ext cx="6914101" cy="2105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3" id="3"/>
          <p:cNvGrpSpPr/>
          <p:nvPr/>
        </p:nvGrpSpPr>
        <p:grpSpPr>
          <a:xfrm rot="0">
            <a:off x="1426698" y="6768114"/>
            <a:ext cx="1024593" cy="10245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2288" y="6987480"/>
            <a:ext cx="593413" cy="585861"/>
          </a:xfrm>
          <a:custGeom>
            <a:avLst/>
            <a:gdLst/>
            <a:ahLst/>
            <a:cxnLst/>
            <a:rect r="r" b="b" t="t" l="l"/>
            <a:pathLst>
              <a:path h="585861" w="593413">
                <a:moveTo>
                  <a:pt x="0" y="0"/>
                </a:moveTo>
                <a:lnTo>
                  <a:pt x="593414" y="0"/>
                </a:lnTo>
                <a:lnTo>
                  <a:pt x="593414" y="585861"/>
                </a:lnTo>
                <a:lnTo>
                  <a:pt x="0" y="585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2814538" y="6768114"/>
            <a:ext cx="1024593" cy="10245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980805" y="7052031"/>
            <a:ext cx="692059" cy="456759"/>
          </a:xfrm>
          <a:custGeom>
            <a:avLst/>
            <a:gdLst/>
            <a:ahLst/>
            <a:cxnLst/>
            <a:rect r="r" b="b" t="t" l="l"/>
            <a:pathLst>
              <a:path h="456759" w="692059">
                <a:moveTo>
                  <a:pt x="0" y="0"/>
                </a:moveTo>
                <a:lnTo>
                  <a:pt x="692059" y="0"/>
                </a:lnTo>
                <a:lnTo>
                  <a:pt x="692059" y="456759"/>
                </a:lnTo>
                <a:lnTo>
                  <a:pt x="0" y="4567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4201081" y="6768114"/>
            <a:ext cx="1024593" cy="10245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466924" y="6981185"/>
            <a:ext cx="492906" cy="598451"/>
          </a:xfrm>
          <a:custGeom>
            <a:avLst/>
            <a:gdLst/>
            <a:ahLst/>
            <a:cxnLst/>
            <a:rect r="r" b="b" t="t" l="l"/>
            <a:pathLst>
              <a:path h="598451" w="492906">
                <a:moveTo>
                  <a:pt x="0" y="0"/>
                </a:moveTo>
                <a:lnTo>
                  <a:pt x="492906" y="0"/>
                </a:lnTo>
                <a:lnTo>
                  <a:pt x="492906" y="598451"/>
                </a:lnTo>
                <a:lnTo>
                  <a:pt x="0" y="598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2386794"/>
            <a:ext cx="8498516" cy="5513412"/>
          </a:xfrm>
          <a:custGeom>
            <a:avLst/>
            <a:gdLst/>
            <a:ahLst/>
            <a:cxnLst/>
            <a:rect r="r" b="b" t="t" l="l"/>
            <a:pathLst>
              <a:path h="5513412" w="8498516">
                <a:moveTo>
                  <a:pt x="0" y="0"/>
                </a:moveTo>
                <a:lnTo>
                  <a:pt x="8498516" y="0"/>
                </a:lnTo>
                <a:lnTo>
                  <a:pt x="8498516" y="5513412"/>
                </a:lnTo>
                <a:lnTo>
                  <a:pt x="0" y="55134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9919523" y="2955708"/>
            <a:ext cx="7052162" cy="3966185"/>
          </a:xfrm>
          <a:custGeom>
            <a:avLst/>
            <a:gdLst/>
            <a:ahLst/>
            <a:cxnLst/>
            <a:rect r="r" b="b" t="t" l="l"/>
            <a:pathLst>
              <a:path h="3966185" w="7052162">
                <a:moveTo>
                  <a:pt x="0" y="0"/>
                </a:moveTo>
                <a:lnTo>
                  <a:pt x="7052162" y="0"/>
                </a:lnTo>
                <a:lnTo>
                  <a:pt x="7052162" y="3966185"/>
                </a:lnTo>
                <a:lnTo>
                  <a:pt x="0" y="39661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9232" r="0" b="-9232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426698" y="2048151"/>
            <a:ext cx="7425121" cy="158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627030" y="3931315"/>
            <a:ext cx="3563270" cy="40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68367" y="3654033"/>
            <a:ext cx="4812609" cy="4786358"/>
          </a:xfrm>
          <a:custGeom>
            <a:avLst/>
            <a:gdLst/>
            <a:ahLst/>
            <a:cxnLst/>
            <a:rect r="r" b="b" t="t" l="l"/>
            <a:pathLst>
              <a:path h="4786358" w="4812609">
                <a:moveTo>
                  <a:pt x="0" y="0"/>
                </a:moveTo>
                <a:lnTo>
                  <a:pt x="4812609" y="0"/>
                </a:lnTo>
                <a:lnTo>
                  <a:pt x="4812609" y="4786359"/>
                </a:lnTo>
                <a:lnTo>
                  <a:pt x="0" y="4786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7214967" y="2662033"/>
            <a:ext cx="3708981" cy="612256"/>
            <a:chOff x="0" y="0"/>
            <a:chExt cx="1241612" cy="204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1612" cy="204958"/>
            </a:xfrm>
            <a:custGeom>
              <a:avLst/>
              <a:gdLst/>
              <a:ahLst/>
              <a:cxnLst/>
              <a:rect r="r" b="b" t="t" l="l"/>
              <a:pathLst>
                <a:path h="204958" w="1241612">
                  <a:moveTo>
                    <a:pt x="102479" y="0"/>
                  </a:moveTo>
                  <a:lnTo>
                    <a:pt x="1139133" y="0"/>
                  </a:lnTo>
                  <a:cubicBezTo>
                    <a:pt x="1195730" y="0"/>
                    <a:pt x="1241612" y="45881"/>
                    <a:pt x="1241612" y="102479"/>
                  </a:cubicBezTo>
                  <a:lnTo>
                    <a:pt x="1241612" y="102479"/>
                  </a:lnTo>
                  <a:cubicBezTo>
                    <a:pt x="1241612" y="159076"/>
                    <a:pt x="1195730" y="204958"/>
                    <a:pt x="1139133" y="204958"/>
                  </a:cubicBezTo>
                  <a:lnTo>
                    <a:pt x="102479" y="204958"/>
                  </a:lnTo>
                  <a:cubicBezTo>
                    <a:pt x="45881" y="204958"/>
                    <a:pt x="0" y="159076"/>
                    <a:pt x="0" y="102479"/>
                  </a:cubicBezTo>
                  <a:lnTo>
                    <a:pt x="0" y="102479"/>
                  </a:lnTo>
                  <a:cubicBezTo>
                    <a:pt x="0" y="45881"/>
                    <a:pt x="45881" y="0"/>
                    <a:pt x="10247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241612" cy="11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90659" y="1013886"/>
            <a:ext cx="7831454" cy="16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851724" y="7370380"/>
            <a:ext cx="3739422" cy="3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3054677" y="4099655"/>
            <a:ext cx="3739422" cy="3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851724" y="4099655"/>
            <a:ext cx="3104937" cy="3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3021543" y="7331137"/>
            <a:ext cx="3558025" cy="3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7214967" y="2758038"/>
            <a:ext cx="3563270" cy="40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1851724" y="4507351"/>
            <a:ext cx="3431152" cy="91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1851724" y="2654358"/>
            <a:ext cx="1434243" cy="16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1851724" y="7739386"/>
            <a:ext cx="3431152" cy="91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3021543" y="7739386"/>
            <a:ext cx="3431152" cy="91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13054677" y="4507351"/>
            <a:ext cx="3431152" cy="91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762025" y="5925083"/>
            <a:ext cx="2187761" cy="16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12960937" y="5885839"/>
            <a:ext cx="2110871" cy="16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13022113" y="2595991"/>
            <a:ext cx="1872183" cy="161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3" id="3"/>
          <p:cNvGrpSpPr/>
          <p:nvPr/>
        </p:nvGrpSpPr>
        <p:grpSpPr>
          <a:xfrm rot="0">
            <a:off x="5652409" y="6483944"/>
            <a:ext cx="6983181" cy="669188"/>
            <a:chOff x="0" y="0"/>
            <a:chExt cx="1839192" cy="1762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16295" y="6596449"/>
            <a:ext cx="6617965" cy="48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DAG54RTHZI8</dc:identifier>
  <dcterms:modified xsi:type="dcterms:W3CDTF">2011-08-01T06:04:30Z</dcterms:modified>
  <cp:revision>1</cp:revision>
  <dc:title>Blue Minimalist Project Presentation</dc:title>
</cp:coreProperties>
</file>