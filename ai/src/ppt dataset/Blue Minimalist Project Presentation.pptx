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Poppins Semi-Bold" charset="1" panose="00000700000000000000"/>
      <p:regular r:id="rId16"/>
    </p:embeddedFont>
    <p:embeddedFont>
      <p:font typeface="Poppins" charset="1" panose="00000500000000000000"/>
      <p:regular r:id="rId17"/>
    </p:embeddedFont>
    <p:embeddedFont>
      <p:font typeface="Poppins Bold" charset="1" panose="00000800000000000000"/>
      <p:regular r:id="rId18"/>
    </p:embeddedFont>
    <p:embeddedFont>
      <p:font typeface="DM Sans" charset="1" panose="0000000000000000000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10.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3.svg" Type="http://schemas.openxmlformats.org/officeDocument/2006/relationships/image"/><Relationship Id="rId2" Target="../media/image11.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5.png" Type="http://schemas.openxmlformats.org/officeDocument/2006/relationships/image"/><Relationship Id="rId6" Target="../media/image6.svg" Type="http://schemas.openxmlformats.org/officeDocument/2006/relationships/image"/><Relationship Id="rId7" Target="../media/image7.png" Type="http://schemas.openxmlformats.org/officeDocument/2006/relationships/image"/><Relationship Id="rId8" Target="../media/image8.svg" Type="http://schemas.openxmlformats.org/officeDocument/2006/relationships/image"/><Relationship Id="rId9" Target="../media/image12.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jpeg" Type="http://schemas.openxmlformats.org/officeDocument/2006/relationships/image"/><Relationship Id="rId3" Target="../media/image15.jpe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png" Type="http://schemas.openxmlformats.org/officeDocument/2006/relationships/image"/><Relationship Id="rId3" Target="../media/image13.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16.png" Type="http://schemas.openxmlformats.org/officeDocument/2006/relationships/image"/><Relationship Id="rId9" Target="../media/image17.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19.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101622" y="-767350"/>
            <a:ext cx="22013892" cy="12354774"/>
          </a:xfrm>
          <a:custGeom>
            <a:avLst/>
            <a:gdLst/>
            <a:ahLst/>
            <a:cxnLst/>
            <a:rect r="r" b="b" t="t" l="l"/>
            <a:pathLst>
              <a:path h="12354774" w="22013892">
                <a:moveTo>
                  <a:pt x="0" y="0"/>
                </a:moveTo>
                <a:lnTo>
                  <a:pt x="22013891" y="0"/>
                </a:lnTo>
                <a:lnTo>
                  <a:pt x="22013891" y="12354775"/>
                </a:lnTo>
                <a:lnTo>
                  <a:pt x="0" y="12354775"/>
                </a:lnTo>
                <a:lnTo>
                  <a:pt x="0" y="0"/>
                </a:lnTo>
                <a:close/>
              </a:path>
            </a:pathLst>
          </a:custGeom>
          <a:blipFill>
            <a:blip r:embed="rId2"/>
            <a:stretch>
              <a:fillRect l="0" t="-9467" r="0" b="-9467"/>
            </a:stretch>
          </a:blipFill>
        </p:spPr>
      </p:sp>
      <p:grpSp>
        <p:nvGrpSpPr>
          <p:cNvPr name="Group 3" id="3"/>
          <p:cNvGrpSpPr/>
          <p:nvPr/>
        </p:nvGrpSpPr>
        <p:grpSpPr>
          <a:xfrm rot="0">
            <a:off x="-1793400" y="-712357"/>
            <a:ext cx="22453902" cy="11711713"/>
            <a:chOff x="0" y="0"/>
            <a:chExt cx="5913785" cy="3084566"/>
          </a:xfrm>
        </p:grpSpPr>
        <p:sp>
          <p:nvSpPr>
            <p:cNvPr name="Freeform 4" id="4"/>
            <p:cNvSpPr/>
            <p:nvPr/>
          </p:nvSpPr>
          <p:spPr>
            <a:xfrm flipH="false" flipV="false" rot="0">
              <a:off x="0" y="0"/>
              <a:ext cx="5913785" cy="3084567"/>
            </a:xfrm>
            <a:custGeom>
              <a:avLst/>
              <a:gdLst/>
              <a:ahLst/>
              <a:cxnLst/>
              <a:rect r="r" b="b" t="t" l="l"/>
              <a:pathLst>
                <a:path h="3084567" w="5913785">
                  <a:moveTo>
                    <a:pt x="0" y="0"/>
                  </a:moveTo>
                  <a:lnTo>
                    <a:pt x="5913785" y="0"/>
                  </a:lnTo>
                  <a:lnTo>
                    <a:pt x="5913785" y="3084567"/>
                  </a:lnTo>
                  <a:lnTo>
                    <a:pt x="0" y="3084567"/>
                  </a:lnTo>
                  <a:close/>
                </a:path>
              </a:pathLst>
            </a:custGeom>
            <a:solidFill>
              <a:srgbClr val="AAD7D4">
                <a:alpha val="28627"/>
              </a:srgbClr>
            </a:solidFill>
          </p:spPr>
        </p:sp>
        <p:sp>
          <p:nvSpPr>
            <p:cNvPr name="TextBox 5" id="5"/>
            <p:cNvSpPr txBox="true"/>
            <p:nvPr/>
          </p:nvSpPr>
          <p:spPr>
            <a:xfrm>
              <a:off x="0" y="-38100"/>
              <a:ext cx="5913785" cy="3122666"/>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0">
            <a:off x="5571132" y="6449964"/>
            <a:ext cx="6983181" cy="669188"/>
            <a:chOff x="0" y="0"/>
            <a:chExt cx="1839192" cy="176247"/>
          </a:xfrm>
        </p:grpSpPr>
        <p:sp>
          <p:nvSpPr>
            <p:cNvPr name="Freeform 7" id="7"/>
            <p:cNvSpPr/>
            <p:nvPr/>
          </p:nvSpPr>
          <p:spPr>
            <a:xfrm flipH="false" flipV="false" rot="0">
              <a:off x="0" y="0"/>
              <a:ext cx="1839192" cy="176247"/>
            </a:xfrm>
            <a:custGeom>
              <a:avLst/>
              <a:gdLst/>
              <a:ahLst/>
              <a:cxnLst/>
              <a:rect r="r" b="b" t="t" l="l"/>
              <a:pathLst>
                <a:path h="176247" w="1839192">
                  <a:moveTo>
                    <a:pt x="0" y="0"/>
                  </a:moveTo>
                  <a:lnTo>
                    <a:pt x="1839192" y="0"/>
                  </a:lnTo>
                  <a:lnTo>
                    <a:pt x="1839192" y="176247"/>
                  </a:lnTo>
                  <a:lnTo>
                    <a:pt x="0" y="176247"/>
                  </a:lnTo>
                  <a:close/>
                </a:path>
              </a:pathLst>
            </a:custGeom>
            <a:solidFill>
              <a:srgbClr val="AAD7D4"/>
            </a:solidFill>
            <a:ln w="28575" cap="sq">
              <a:solidFill>
                <a:srgbClr val="1C2120"/>
              </a:solidFill>
              <a:prstDash val="solid"/>
              <a:miter/>
            </a:ln>
          </p:spPr>
        </p:sp>
        <p:sp>
          <p:nvSpPr>
            <p:cNvPr name="TextBox 8" id="8"/>
            <p:cNvSpPr txBox="true"/>
            <p:nvPr/>
          </p:nvSpPr>
          <p:spPr>
            <a:xfrm>
              <a:off x="0" y="-38100"/>
              <a:ext cx="1839192" cy="214347"/>
            </a:xfrm>
            <a:prstGeom prst="rect">
              <a:avLst/>
            </a:prstGeom>
          </p:spPr>
          <p:txBody>
            <a:bodyPr anchor="ctr" rtlCol="false" tIns="50800" lIns="50800" bIns="50800" rIns="50800"/>
            <a:lstStyle/>
            <a:p>
              <a:pPr algn="ctr">
                <a:lnSpc>
                  <a:spcPts val="2659"/>
                </a:lnSpc>
              </a:pPr>
            </a:p>
          </p:txBody>
        </p:sp>
      </p:grpSp>
      <p:sp>
        <p:nvSpPr>
          <p:cNvPr name="TextBox 9" id="9"/>
          <p:cNvSpPr txBox="true"/>
          <p:nvPr/>
        </p:nvSpPr>
        <p:spPr>
          <a:xfrm rot="0">
            <a:off x="2610563" y="3491698"/>
            <a:ext cx="13066873" cy="3032670"/>
          </a:xfrm>
          <a:prstGeom prst="rect">
            <a:avLst/>
          </a:prstGeom>
        </p:spPr>
        <p:txBody>
          <a:bodyPr anchor="t" rtlCol="false" tIns="0" lIns="0" bIns="0" rIns="0">
            <a:spAutoFit/>
          </a:bodyPr>
          <a:lstStyle/>
          <a:p>
            <a:pPr algn="ctr">
              <a:lnSpc>
                <a:spcPts val="10918"/>
              </a:lnSpc>
            </a:pPr>
            <a:r>
              <a:rPr lang="en-US" b="true" sz="12998" spc="-701">
                <a:solidFill>
                  <a:srgbClr val="1C2120"/>
                </a:solidFill>
                <a:latin typeface="Poppins Semi-Bold"/>
                <a:ea typeface="Poppins Semi-Bold"/>
                <a:cs typeface="Poppins Semi-Bold"/>
                <a:sym typeface="Poppins Semi-Bold"/>
              </a:rPr>
              <a:t>PROJECT PRESENTATION</a:t>
            </a:r>
          </a:p>
        </p:txBody>
      </p:sp>
      <p:sp>
        <p:nvSpPr>
          <p:cNvPr name="TextBox 10" id="10"/>
          <p:cNvSpPr txBox="true"/>
          <p:nvPr/>
        </p:nvSpPr>
        <p:spPr>
          <a:xfrm rot="0">
            <a:off x="5835017" y="6562468"/>
            <a:ext cx="6617965" cy="482280"/>
          </a:xfrm>
          <a:prstGeom prst="rect">
            <a:avLst/>
          </a:prstGeom>
        </p:spPr>
        <p:txBody>
          <a:bodyPr anchor="t" rtlCol="false" tIns="0" lIns="0" bIns="0" rIns="0">
            <a:spAutoFit/>
          </a:bodyPr>
          <a:lstStyle/>
          <a:p>
            <a:pPr algn="ctr">
              <a:lnSpc>
                <a:spcPts val="3445"/>
              </a:lnSpc>
            </a:pPr>
            <a:r>
              <a:rPr lang="en-US" sz="3445" spc="-68">
                <a:solidFill>
                  <a:srgbClr val="1C2120"/>
                </a:solidFill>
                <a:latin typeface="Poppins"/>
                <a:ea typeface="Poppins"/>
                <a:cs typeface="Poppins"/>
                <a:sym typeface="Poppins"/>
              </a:rPr>
              <a:t>PRESENTED BY HELENE PAQUET</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57788" y="-177024"/>
            <a:ext cx="7097803" cy="11057957"/>
          </a:xfrm>
          <a:custGeom>
            <a:avLst/>
            <a:gdLst/>
            <a:ahLst/>
            <a:cxnLst/>
            <a:rect r="r" b="b" t="t" l="l"/>
            <a:pathLst>
              <a:path h="11057957" w="7097803">
                <a:moveTo>
                  <a:pt x="0" y="0"/>
                </a:moveTo>
                <a:lnTo>
                  <a:pt x="7097803" y="0"/>
                </a:lnTo>
                <a:lnTo>
                  <a:pt x="7097803" y="11057957"/>
                </a:lnTo>
                <a:lnTo>
                  <a:pt x="0" y="11057957"/>
                </a:lnTo>
                <a:lnTo>
                  <a:pt x="0" y="0"/>
                </a:lnTo>
                <a:close/>
              </a:path>
            </a:pathLst>
          </a:custGeom>
          <a:blipFill>
            <a:blip r:embed="rId2"/>
            <a:stretch>
              <a:fillRect l="-131569" t="0" r="-2267" b="0"/>
            </a:stretch>
          </a:blipFill>
        </p:spPr>
      </p:sp>
      <p:grpSp>
        <p:nvGrpSpPr>
          <p:cNvPr name="Group 3" id="3"/>
          <p:cNvGrpSpPr/>
          <p:nvPr/>
        </p:nvGrpSpPr>
        <p:grpSpPr>
          <a:xfrm rot="0">
            <a:off x="-514350" y="-177024"/>
            <a:ext cx="7454365" cy="10601584"/>
            <a:chOff x="0" y="0"/>
            <a:chExt cx="1963290" cy="2792187"/>
          </a:xfrm>
        </p:grpSpPr>
        <p:sp>
          <p:nvSpPr>
            <p:cNvPr name="Freeform 4" id="4"/>
            <p:cNvSpPr/>
            <p:nvPr/>
          </p:nvSpPr>
          <p:spPr>
            <a:xfrm flipH="false" flipV="false" rot="0">
              <a:off x="0" y="0"/>
              <a:ext cx="1963290" cy="2792187"/>
            </a:xfrm>
            <a:custGeom>
              <a:avLst/>
              <a:gdLst/>
              <a:ahLst/>
              <a:cxnLst/>
              <a:rect r="r" b="b" t="t" l="l"/>
              <a:pathLst>
                <a:path h="2792187" w="1963290">
                  <a:moveTo>
                    <a:pt x="0" y="0"/>
                  </a:moveTo>
                  <a:lnTo>
                    <a:pt x="1963290" y="0"/>
                  </a:lnTo>
                  <a:lnTo>
                    <a:pt x="1963290" y="2792187"/>
                  </a:lnTo>
                  <a:lnTo>
                    <a:pt x="0" y="2792187"/>
                  </a:lnTo>
                  <a:close/>
                </a:path>
              </a:pathLst>
            </a:custGeom>
            <a:solidFill>
              <a:srgbClr val="AAD7D4">
                <a:alpha val="55686"/>
              </a:srgbClr>
            </a:solidFill>
          </p:spPr>
        </p:sp>
        <p:sp>
          <p:nvSpPr>
            <p:cNvPr name="TextBox 5" id="5"/>
            <p:cNvSpPr txBox="true"/>
            <p:nvPr/>
          </p:nvSpPr>
          <p:spPr>
            <a:xfrm>
              <a:off x="0" y="-38100"/>
              <a:ext cx="1963290" cy="2830287"/>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0">
            <a:off x="8652271" y="7656324"/>
            <a:ext cx="4845334" cy="582575"/>
            <a:chOff x="0" y="0"/>
            <a:chExt cx="1276137" cy="153435"/>
          </a:xfrm>
        </p:grpSpPr>
        <p:sp>
          <p:nvSpPr>
            <p:cNvPr name="Freeform 7" id="7"/>
            <p:cNvSpPr/>
            <p:nvPr/>
          </p:nvSpPr>
          <p:spPr>
            <a:xfrm flipH="false" flipV="false" rot="0">
              <a:off x="0" y="0"/>
              <a:ext cx="1276137" cy="153435"/>
            </a:xfrm>
            <a:custGeom>
              <a:avLst/>
              <a:gdLst/>
              <a:ahLst/>
              <a:cxnLst/>
              <a:rect r="r" b="b" t="t" l="l"/>
              <a:pathLst>
                <a:path h="153435" w="1276137">
                  <a:moveTo>
                    <a:pt x="76718" y="0"/>
                  </a:moveTo>
                  <a:lnTo>
                    <a:pt x="1199420" y="0"/>
                  </a:lnTo>
                  <a:cubicBezTo>
                    <a:pt x="1219767" y="0"/>
                    <a:pt x="1239280" y="8083"/>
                    <a:pt x="1253667" y="22470"/>
                  </a:cubicBezTo>
                  <a:cubicBezTo>
                    <a:pt x="1268055" y="36857"/>
                    <a:pt x="1276137" y="56371"/>
                    <a:pt x="1276137" y="76718"/>
                  </a:cubicBezTo>
                  <a:lnTo>
                    <a:pt x="1276137" y="76718"/>
                  </a:lnTo>
                  <a:cubicBezTo>
                    <a:pt x="1276137" y="97064"/>
                    <a:pt x="1268055" y="116578"/>
                    <a:pt x="1253667" y="130965"/>
                  </a:cubicBezTo>
                  <a:cubicBezTo>
                    <a:pt x="1239280" y="145353"/>
                    <a:pt x="1219767" y="153435"/>
                    <a:pt x="1199420" y="153435"/>
                  </a:cubicBezTo>
                  <a:lnTo>
                    <a:pt x="76718" y="153435"/>
                  </a:lnTo>
                  <a:cubicBezTo>
                    <a:pt x="56371" y="153435"/>
                    <a:pt x="36857" y="145353"/>
                    <a:pt x="22470" y="130965"/>
                  </a:cubicBezTo>
                  <a:cubicBezTo>
                    <a:pt x="8083" y="116578"/>
                    <a:pt x="0" y="97064"/>
                    <a:pt x="0" y="76718"/>
                  </a:cubicBezTo>
                  <a:lnTo>
                    <a:pt x="0" y="76718"/>
                  </a:lnTo>
                  <a:cubicBezTo>
                    <a:pt x="0" y="56371"/>
                    <a:pt x="8083" y="36857"/>
                    <a:pt x="22470" y="22470"/>
                  </a:cubicBezTo>
                  <a:cubicBezTo>
                    <a:pt x="36857" y="8083"/>
                    <a:pt x="56371" y="0"/>
                    <a:pt x="76718" y="0"/>
                  </a:cubicBezTo>
                  <a:close/>
                </a:path>
              </a:pathLst>
            </a:custGeom>
            <a:solidFill>
              <a:srgbClr val="AAD7D4"/>
            </a:solidFill>
          </p:spPr>
        </p:sp>
        <p:sp>
          <p:nvSpPr>
            <p:cNvPr name="TextBox 8" id="8"/>
            <p:cNvSpPr txBox="true"/>
            <p:nvPr/>
          </p:nvSpPr>
          <p:spPr>
            <a:xfrm>
              <a:off x="0" y="-38100"/>
              <a:ext cx="1276137" cy="191535"/>
            </a:xfrm>
            <a:prstGeom prst="rect">
              <a:avLst/>
            </a:prstGeom>
          </p:spPr>
          <p:txBody>
            <a:bodyPr anchor="ctr" rtlCol="false" tIns="50800" lIns="50800" bIns="50800" rIns="50800"/>
            <a:lstStyle/>
            <a:p>
              <a:pPr algn="ctr">
                <a:lnSpc>
                  <a:spcPts val="2659"/>
                </a:lnSpc>
              </a:pPr>
            </a:p>
          </p:txBody>
        </p:sp>
      </p:grpSp>
      <p:sp>
        <p:nvSpPr>
          <p:cNvPr name="TextBox 9" id="9"/>
          <p:cNvSpPr txBox="true"/>
          <p:nvPr/>
        </p:nvSpPr>
        <p:spPr>
          <a:xfrm rot="0">
            <a:off x="8595420" y="2134178"/>
            <a:ext cx="8011990" cy="2152289"/>
          </a:xfrm>
          <a:prstGeom prst="rect">
            <a:avLst/>
          </a:prstGeom>
        </p:spPr>
        <p:txBody>
          <a:bodyPr anchor="t" rtlCol="false" tIns="0" lIns="0" bIns="0" rIns="0">
            <a:spAutoFit/>
          </a:bodyPr>
          <a:lstStyle/>
          <a:p>
            <a:pPr algn="l">
              <a:lnSpc>
                <a:spcPts val="7935"/>
              </a:lnSpc>
            </a:pPr>
            <a:r>
              <a:rPr lang="en-US" sz="8180" b="true">
                <a:solidFill>
                  <a:srgbClr val="1C2120"/>
                </a:solidFill>
                <a:latin typeface="Poppins Bold"/>
                <a:ea typeface="Poppins Bold"/>
                <a:cs typeface="Poppins Bold"/>
                <a:sym typeface="Poppins Bold"/>
              </a:rPr>
              <a:t>Origin of the creative idea</a:t>
            </a:r>
          </a:p>
        </p:txBody>
      </p:sp>
      <p:sp>
        <p:nvSpPr>
          <p:cNvPr name="TextBox 10" id="10"/>
          <p:cNvSpPr txBox="true"/>
          <p:nvPr/>
        </p:nvSpPr>
        <p:spPr>
          <a:xfrm rot="0">
            <a:off x="8652271" y="4546630"/>
            <a:ext cx="7898287" cy="2711676"/>
          </a:xfrm>
          <a:prstGeom prst="rect">
            <a:avLst/>
          </a:prstGeom>
        </p:spPr>
        <p:txBody>
          <a:bodyPr anchor="t" rtlCol="false" tIns="0" lIns="0" bIns="0" rIns="0">
            <a:spAutoFit/>
          </a:bodyPr>
          <a:lstStyle/>
          <a:p>
            <a:pPr algn="l" marL="0" indent="0" lvl="0">
              <a:lnSpc>
                <a:spcPts val="2454"/>
              </a:lnSpc>
              <a:spcBef>
                <a:spcPct val="0"/>
              </a:spcBef>
            </a:pPr>
            <a:r>
              <a:rPr lang="en-US" sz="1817" spc="109" u="none">
                <a:solidFill>
                  <a:srgbClr val="000000"/>
                </a:solidFill>
                <a:latin typeface="DM Sans"/>
                <a:ea typeface="DM Sans"/>
                <a:cs typeface="DM Sans"/>
                <a:sym typeface="DM Sans"/>
              </a:rPr>
              <a:t>Lorem ipsum dolor sit amet, consectetur adipiscing elit, sed do eiusmod tempor incididunt ut labore et dolore magna aliqua. Ut enim ad minim veniam, quis nostrud exercitation ullamco laboris nisi ut aliquip ex ea commodo consequat.</a:t>
            </a:r>
          </a:p>
          <a:p>
            <a:pPr algn="l" marL="0" indent="0" lvl="0">
              <a:lnSpc>
                <a:spcPts val="2454"/>
              </a:lnSpc>
              <a:spcBef>
                <a:spcPct val="0"/>
              </a:spcBef>
            </a:pPr>
          </a:p>
          <a:p>
            <a:pPr algn="l" marL="0" indent="0" lvl="0">
              <a:lnSpc>
                <a:spcPts val="2454"/>
              </a:lnSpc>
              <a:spcBef>
                <a:spcPct val="0"/>
              </a:spcBef>
            </a:pPr>
            <a:r>
              <a:rPr lang="en-US" sz="1817" spc="109" u="none">
                <a:solidFill>
                  <a:srgbClr val="000000"/>
                </a:solidFill>
                <a:latin typeface="DM Sans"/>
                <a:ea typeface="DM Sans"/>
                <a:cs typeface="DM Sans"/>
                <a:sym typeface="DM Sans"/>
              </a:rPr>
              <a:t>Duis aute irure dolor in reprehenderit in voluptate velit esse cillum dolore eu fugiat nulla pariatur. Excepteur sint occaecat cupidatat non proident, sunt in culpa qui officia deserunt mollit anim id est laborum.</a:t>
            </a:r>
          </a:p>
        </p:txBody>
      </p:sp>
      <p:sp>
        <p:nvSpPr>
          <p:cNvPr name="TextBox 11" id="11"/>
          <p:cNvSpPr txBox="true"/>
          <p:nvPr/>
        </p:nvSpPr>
        <p:spPr>
          <a:xfrm rot="0">
            <a:off x="9593710" y="7792824"/>
            <a:ext cx="3007705" cy="319099"/>
          </a:xfrm>
          <a:prstGeom prst="rect">
            <a:avLst/>
          </a:prstGeom>
        </p:spPr>
        <p:txBody>
          <a:bodyPr anchor="t" rtlCol="false" tIns="0" lIns="0" bIns="0" rIns="0">
            <a:spAutoFit/>
          </a:bodyPr>
          <a:lstStyle/>
          <a:p>
            <a:pPr algn="ctr">
              <a:lnSpc>
                <a:spcPts val="2365"/>
              </a:lnSpc>
            </a:pPr>
            <a:r>
              <a:rPr lang="en-US" sz="2190">
                <a:solidFill>
                  <a:srgbClr val="1C2120"/>
                </a:solidFill>
                <a:latin typeface="Poppins"/>
                <a:ea typeface="Poppins"/>
                <a:cs typeface="Poppins"/>
                <a:sym typeface="Poppins"/>
              </a:rPr>
              <a:t>Exploring creativity</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083134" y="1616740"/>
            <a:ext cx="6830714" cy="2128485"/>
            <a:chOff x="0" y="0"/>
            <a:chExt cx="2286638" cy="712528"/>
          </a:xfrm>
        </p:grpSpPr>
        <p:sp>
          <p:nvSpPr>
            <p:cNvPr name="Freeform 3" id="3"/>
            <p:cNvSpPr/>
            <p:nvPr/>
          </p:nvSpPr>
          <p:spPr>
            <a:xfrm flipH="false" flipV="false" rot="0">
              <a:off x="0" y="0"/>
              <a:ext cx="2286638" cy="712528"/>
            </a:xfrm>
            <a:custGeom>
              <a:avLst/>
              <a:gdLst/>
              <a:ahLst/>
              <a:cxnLst/>
              <a:rect r="r" b="b" t="t" l="l"/>
              <a:pathLst>
                <a:path h="712528" w="2286638">
                  <a:moveTo>
                    <a:pt x="56670" y="0"/>
                  </a:moveTo>
                  <a:lnTo>
                    <a:pt x="2229968" y="0"/>
                  </a:lnTo>
                  <a:cubicBezTo>
                    <a:pt x="2261266" y="0"/>
                    <a:pt x="2286638" y="25372"/>
                    <a:pt x="2286638" y="56670"/>
                  </a:cubicBezTo>
                  <a:lnTo>
                    <a:pt x="2286638" y="655858"/>
                  </a:lnTo>
                  <a:cubicBezTo>
                    <a:pt x="2286638" y="670888"/>
                    <a:pt x="2280667" y="685302"/>
                    <a:pt x="2270040" y="695930"/>
                  </a:cubicBezTo>
                  <a:cubicBezTo>
                    <a:pt x="2259412" y="706557"/>
                    <a:pt x="2244998" y="712528"/>
                    <a:pt x="2229968" y="712528"/>
                  </a:cubicBezTo>
                  <a:lnTo>
                    <a:pt x="56670" y="712528"/>
                  </a:lnTo>
                  <a:cubicBezTo>
                    <a:pt x="25372" y="712528"/>
                    <a:pt x="0" y="687156"/>
                    <a:pt x="0" y="655858"/>
                  </a:cubicBezTo>
                  <a:lnTo>
                    <a:pt x="0" y="56670"/>
                  </a:lnTo>
                  <a:cubicBezTo>
                    <a:pt x="0" y="41640"/>
                    <a:pt x="5971" y="27226"/>
                    <a:pt x="16598" y="16598"/>
                  </a:cubicBezTo>
                  <a:cubicBezTo>
                    <a:pt x="27226" y="5971"/>
                    <a:pt x="41640" y="0"/>
                    <a:pt x="56670" y="0"/>
                  </a:cubicBezTo>
                  <a:close/>
                </a:path>
              </a:pathLst>
            </a:custGeom>
            <a:solidFill>
              <a:srgbClr val="AAD7D4"/>
            </a:solidFill>
          </p:spPr>
        </p:sp>
        <p:sp>
          <p:nvSpPr>
            <p:cNvPr name="TextBox 4" id="4"/>
            <p:cNvSpPr txBox="true"/>
            <p:nvPr/>
          </p:nvSpPr>
          <p:spPr>
            <a:xfrm>
              <a:off x="0" y="85725"/>
              <a:ext cx="2286638" cy="626803"/>
            </a:xfrm>
            <a:prstGeom prst="rect">
              <a:avLst/>
            </a:prstGeom>
          </p:spPr>
          <p:txBody>
            <a:bodyPr anchor="ctr" rtlCol="false" tIns="50800" lIns="50800" bIns="50800" rIns="50800"/>
            <a:lstStyle/>
            <a:p>
              <a:pPr algn="ctr">
                <a:lnSpc>
                  <a:spcPts val="1925"/>
                </a:lnSpc>
              </a:pPr>
            </a:p>
          </p:txBody>
        </p:sp>
      </p:grpSp>
      <p:sp>
        <p:nvSpPr>
          <p:cNvPr name="Freeform 5" id="5"/>
          <p:cNvSpPr/>
          <p:nvPr/>
        </p:nvSpPr>
        <p:spPr>
          <a:xfrm flipH="false" flipV="false" rot="0">
            <a:off x="10685802" y="2275139"/>
            <a:ext cx="1023822" cy="839534"/>
          </a:xfrm>
          <a:custGeom>
            <a:avLst/>
            <a:gdLst/>
            <a:ahLst/>
            <a:cxnLst/>
            <a:rect r="r" b="b" t="t" l="l"/>
            <a:pathLst>
              <a:path h="839534" w="1023822">
                <a:moveTo>
                  <a:pt x="0" y="0"/>
                </a:moveTo>
                <a:lnTo>
                  <a:pt x="1023822" y="0"/>
                </a:lnTo>
                <a:lnTo>
                  <a:pt x="1023822" y="839533"/>
                </a:lnTo>
                <a:lnTo>
                  <a:pt x="0" y="83953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6" id="6"/>
          <p:cNvGrpSpPr/>
          <p:nvPr/>
        </p:nvGrpSpPr>
        <p:grpSpPr>
          <a:xfrm rot="0">
            <a:off x="10083134" y="4079914"/>
            <a:ext cx="6830714" cy="2128485"/>
            <a:chOff x="0" y="0"/>
            <a:chExt cx="2286638" cy="712528"/>
          </a:xfrm>
        </p:grpSpPr>
        <p:sp>
          <p:nvSpPr>
            <p:cNvPr name="Freeform 7" id="7"/>
            <p:cNvSpPr/>
            <p:nvPr/>
          </p:nvSpPr>
          <p:spPr>
            <a:xfrm flipH="false" flipV="false" rot="0">
              <a:off x="0" y="0"/>
              <a:ext cx="2286638" cy="712528"/>
            </a:xfrm>
            <a:custGeom>
              <a:avLst/>
              <a:gdLst/>
              <a:ahLst/>
              <a:cxnLst/>
              <a:rect r="r" b="b" t="t" l="l"/>
              <a:pathLst>
                <a:path h="712528" w="2286638">
                  <a:moveTo>
                    <a:pt x="56670" y="0"/>
                  </a:moveTo>
                  <a:lnTo>
                    <a:pt x="2229968" y="0"/>
                  </a:lnTo>
                  <a:cubicBezTo>
                    <a:pt x="2261266" y="0"/>
                    <a:pt x="2286638" y="25372"/>
                    <a:pt x="2286638" y="56670"/>
                  </a:cubicBezTo>
                  <a:lnTo>
                    <a:pt x="2286638" y="655858"/>
                  </a:lnTo>
                  <a:cubicBezTo>
                    <a:pt x="2286638" y="670888"/>
                    <a:pt x="2280667" y="685302"/>
                    <a:pt x="2270040" y="695930"/>
                  </a:cubicBezTo>
                  <a:cubicBezTo>
                    <a:pt x="2259412" y="706557"/>
                    <a:pt x="2244998" y="712528"/>
                    <a:pt x="2229968" y="712528"/>
                  </a:cubicBezTo>
                  <a:lnTo>
                    <a:pt x="56670" y="712528"/>
                  </a:lnTo>
                  <a:cubicBezTo>
                    <a:pt x="25372" y="712528"/>
                    <a:pt x="0" y="687156"/>
                    <a:pt x="0" y="655858"/>
                  </a:cubicBezTo>
                  <a:lnTo>
                    <a:pt x="0" y="56670"/>
                  </a:lnTo>
                  <a:cubicBezTo>
                    <a:pt x="0" y="41640"/>
                    <a:pt x="5971" y="27226"/>
                    <a:pt x="16598" y="16598"/>
                  </a:cubicBezTo>
                  <a:cubicBezTo>
                    <a:pt x="27226" y="5971"/>
                    <a:pt x="41640" y="0"/>
                    <a:pt x="56670" y="0"/>
                  </a:cubicBezTo>
                  <a:close/>
                </a:path>
              </a:pathLst>
            </a:custGeom>
            <a:solidFill>
              <a:srgbClr val="AAD7D4"/>
            </a:solidFill>
          </p:spPr>
        </p:sp>
        <p:sp>
          <p:nvSpPr>
            <p:cNvPr name="TextBox 8" id="8"/>
            <p:cNvSpPr txBox="true"/>
            <p:nvPr/>
          </p:nvSpPr>
          <p:spPr>
            <a:xfrm>
              <a:off x="0" y="85725"/>
              <a:ext cx="2286638" cy="626803"/>
            </a:xfrm>
            <a:prstGeom prst="rect">
              <a:avLst/>
            </a:prstGeom>
          </p:spPr>
          <p:txBody>
            <a:bodyPr anchor="ctr" rtlCol="false" tIns="50800" lIns="50800" bIns="50800" rIns="50800"/>
            <a:lstStyle/>
            <a:p>
              <a:pPr algn="ctr">
                <a:lnSpc>
                  <a:spcPts val="1925"/>
                </a:lnSpc>
              </a:pPr>
            </a:p>
          </p:txBody>
        </p:sp>
      </p:grpSp>
      <p:grpSp>
        <p:nvGrpSpPr>
          <p:cNvPr name="Group 9" id="9"/>
          <p:cNvGrpSpPr/>
          <p:nvPr/>
        </p:nvGrpSpPr>
        <p:grpSpPr>
          <a:xfrm rot="0">
            <a:off x="10083134" y="6541774"/>
            <a:ext cx="6830714" cy="2128485"/>
            <a:chOff x="0" y="0"/>
            <a:chExt cx="2286638" cy="712528"/>
          </a:xfrm>
        </p:grpSpPr>
        <p:sp>
          <p:nvSpPr>
            <p:cNvPr name="Freeform 10" id="10"/>
            <p:cNvSpPr/>
            <p:nvPr/>
          </p:nvSpPr>
          <p:spPr>
            <a:xfrm flipH="false" flipV="false" rot="0">
              <a:off x="0" y="0"/>
              <a:ext cx="2286638" cy="712528"/>
            </a:xfrm>
            <a:custGeom>
              <a:avLst/>
              <a:gdLst/>
              <a:ahLst/>
              <a:cxnLst/>
              <a:rect r="r" b="b" t="t" l="l"/>
              <a:pathLst>
                <a:path h="712528" w="2286638">
                  <a:moveTo>
                    <a:pt x="56670" y="0"/>
                  </a:moveTo>
                  <a:lnTo>
                    <a:pt x="2229968" y="0"/>
                  </a:lnTo>
                  <a:cubicBezTo>
                    <a:pt x="2261266" y="0"/>
                    <a:pt x="2286638" y="25372"/>
                    <a:pt x="2286638" y="56670"/>
                  </a:cubicBezTo>
                  <a:lnTo>
                    <a:pt x="2286638" y="655858"/>
                  </a:lnTo>
                  <a:cubicBezTo>
                    <a:pt x="2286638" y="670888"/>
                    <a:pt x="2280667" y="685302"/>
                    <a:pt x="2270040" y="695930"/>
                  </a:cubicBezTo>
                  <a:cubicBezTo>
                    <a:pt x="2259412" y="706557"/>
                    <a:pt x="2244998" y="712528"/>
                    <a:pt x="2229968" y="712528"/>
                  </a:cubicBezTo>
                  <a:lnTo>
                    <a:pt x="56670" y="712528"/>
                  </a:lnTo>
                  <a:cubicBezTo>
                    <a:pt x="25372" y="712528"/>
                    <a:pt x="0" y="687156"/>
                    <a:pt x="0" y="655858"/>
                  </a:cubicBezTo>
                  <a:lnTo>
                    <a:pt x="0" y="56670"/>
                  </a:lnTo>
                  <a:cubicBezTo>
                    <a:pt x="0" y="41640"/>
                    <a:pt x="5971" y="27226"/>
                    <a:pt x="16598" y="16598"/>
                  </a:cubicBezTo>
                  <a:cubicBezTo>
                    <a:pt x="27226" y="5971"/>
                    <a:pt x="41640" y="0"/>
                    <a:pt x="56670" y="0"/>
                  </a:cubicBezTo>
                  <a:close/>
                </a:path>
              </a:pathLst>
            </a:custGeom>
            <a:solidFill>
              <a:srgbClr val="AAD7D4"/>
            </a:solidFill>
          </p:spPr>
        </p:sp>
        <p:sp>
          <p:nvSpPr>
            <p:cNvPr name="TextBox 11" id="11"/>
            <p:cNvSpPr txBox="true"/>
            <p:nvPr/>
          </p:nvSpPr>
          <p:spPr>
            <a:xfrm>
              <a:off x="0" y="85725"/>
              <a:ext cx="2286638" cy="626803"/>
            </a:xfrm>
            <a:prstGeom prst="rect">
              <a:avLst/>
            </a:prstGeom>
          </p:spPr>
          <p:txBody>
            <a:bodyPr anchor="ctr" rtlCol="false" tIns="50800" lIns="50800" bIns="50800" rIns="50800"/>
            <a:lstStyle/>
            <a:p>
              <a:pPr algn="ctr">
                <a:lnSpc>
                  <a:spcPts val="1925"/>
                </a:lnSpc>
              </a:pPr>
            </a:p>
          </p:txBody>
        </p:sp>
      </p:grpSp>
      <p:sp>
        <p:nvSpPr>
          <p:cNvPr name="Freeform 12" id="12"/>
          <p:cNvSpPr/>
          <p:nvPr/>
        </p:nvSpPr>
        <p:spPr>
          <a:xfrm flipH="false" flipV="false" rot="0">
            <a:off x="10677950" y="4517864"/>
            <a:ext cx="1031674" cy="1252584"/>
          </a:xfrm>
          <a:custGeom>
            <a:avLst/>
            <a:gdLst/>
            <a:ahLst/>
            <a:cxnLst/>
            <a:rect r="r" b="b" t="t" l="l"/>
            <a:pathLst>
              <a:path h="1252584" w="1031674">
                <a:moveTo>
                  <a:pt x="0" y="0"/>
                </a:moveTo>
                <a:lnTo>
                  <a:pt x="1031674" y="0"/>
                </a:lnTo>
                <a:lnTo>
                  <a:pt x="1031674" y="1252585"/>
                </a:lnTo>
                <a:lnTo>
                  <a:pt x="0" y="125258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3" id="13"/>
          <p:cNvSpPr/>
          <p:nvPr/>
        </p:nvSpPr>
        <p:spPr>
          <a:xfrm flipH="false" flipV="false" rot="0">
            <a:off x="10497275" y="7308439"/>
            <a:ext cx="1400875" cy="924578"/>
          </a:xfrm>
          <a:custGeom>
            <a:avLst/>
            <a:gdLst/>
            <a:ahLst/>
            <a:cxnLst/>
            <a:rect r="r" b="b" t="t" l="l"/>
            <a:pathLst>
              <a:path h="924578" w="1400875">
                <a:moveTo>
                  <a:pt x="0" y="0"/>
                </a:moveTo>
                <a:lnTo>
                  <a:pt x="1400875" y="0"/>
                </a:lnTo>
                <a:lnTo>
                  <a:pt x="1400875" y="924577"/>
                </a:lnTo>
                <a:lnTo>
                  <a:pt x="0" y="9245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4" id="14"/>
          <p:cNvSpPr txBox="true"/>
          <p:nvPr/>
        </p:nvSpPr>
        <p:spPr>
          <a:xfrm rot="0">
            <a:off x="1218937" y="2864121"/>
            <a:ext cx="8537476" cy="2541571"/>
          </a:xfrm>
          <a:prstGeom prst="rect">
            <a:avLst/>
          </a:prstGeom>
        </p:spPr>
        <p:txBody>
          <a:bodyPr anchor="t" rtlCol="false" tIns="0" lIns="0" bIns="0" rIns="0">
            <a:spAutoFit/>
          </a:bodyPr>
          <a:lstStyle/>
          <a:p>
            <a:pPr algn="l">
              <a:lnSpc>
                <a:spcPts val="9658"/>
              </a:lnSpc>
            </a:pPr>
            <a:r>
              <a:rPr lang="en-US" sz="8472" b="true">
                <a:solidFill>
                  <a:srgbClr val="1C2120"/>
                </a:solidFill>
                <a:latin typeface="Poppins Bold"/>
                <a:ea typeface="Poppins Bold"/>
                <a:cs typeface="Poppins Bold"/>
                <a:sym typeface="Poppins Bold"/>
              </a:rPr>
              <a:t>Project vision and mission</a:t>
            </a:r>
          </a:p>
        </p:txBody>
      </p:sp>
      <p:sp>
        <p:nvSpPr>
          <p:cNvPr name="TextBox 15" id="15"/>
          <p:cNvSpPr txBox="true"/>
          <p:nvPr/>
        </p:nvSpPr>
        <p:spPr>
          <a:xfrm rot="0">
            <a:off x="1218937" y="5587947"/>
            <a:ext cx="6613419" cy="1561904"/>
          </a:xfrm>
          <a:prstGeom prst="rect">
            <a:avLst/>
          </a:prstGeom>
        </p:spPr>
        <p:txBody>
          <a:bodyPr anchor="t" rtlCol="false" tIns="0" lIns="0" bIns="0" rIns="0">
            <a:spAutoFit/>
          </a:bodyPr>
          <a:lstStyle/>
          <a:p>
            <a:pPr algn="l" marL="0" indent="0" lvl="0">
              <a:lnSpc>
                <a:spcPts val="2541"/>
              </a:lnSpc>
              <a:spcBef>
                <a:spcPct val="0"/>
              </a:spcBef>
            </a:pPr>
            <a:r>
              <a:rPr lang="en-US" sz="1882" spc="112" u="none">
                <a:solidFill>
                  <a:srgbClr val="000000"/>
                </a:solidFill>
                <a:latin typeface="DM Sans"/>
                <a:ea typeface="DM Sans"/>
                <a:cs typeface="DM Sans"/>
                <a:sym typeface="DM Sans"/>
              </a:rPr>
              <a:t>Lorem ipsum dolor sit amet, consectetur adipiscing elit, sed do eiusmod tempor incididunt ut labore et dolore magna aliqua. Ut enim ad minim veniam, quis nostrud exercitation ullamco laboris nisi ut aliquip ex ea commodo consequat.</a:t>
            </a:r>
          </a:p>
        </p:txBody>
      </p:sp>
      <p:sp>
        <p:nvSpPr>
          <p:cNvPr name="TextBox 16" id="16"/>
          <p:cNvSpPr txBox="true"/>
          <p:nvPr/>
        </p:nvSpPr>
        <p:spPr>
          <a:xfrm rot="0">
            <a:off x="12613891" y="2265614"/>
            <a:ext cx="3556933" cy="876904"/>
          </a:xfrm>
          <a:prstGeom prst="rect">
            <a:avLst/>
          </a:prstGeom>
        </p:spPr>
        <p:txBody>
          <a:bodyPr anchor="t" rtlCol="false" tIns="0" lIns="0" bIns="0" rIns="0">
            <a:spAutoFit/>
          </a:bodyPr>
          <a:lstStyle/>
          <a:p>
            <a:pPr algn="just" marL="0" indent="0" lvl="0">
              <a:lnSpc>
                <a:spcPts val="1770"/>
              </a:lnSpc>
              <a:spcBef>
                <a:spcPct val="0"/>
              </a:spcBef>
            </a:pPr>
            <a:r>
              <a:rPr lang="en-US" sz="1311" spc="20" u="none">
                <a:solidFill>
                  <a:srgbClr val="1C2120"/>
                </a:solidFill>
                <a:latin typeface="DM Sans"/>
                <a:ea typeface="DM Sans"/>
                <a:cs typeface="DM Sans"/>
                <a:sym typeface="DM Sans"/>
              </a:rPr>
              <a:t>Lorem ipsum dolor sit amet, consectetur adipiscing elit, sed do eiusmod tempor incididunt ut labore et dolore magna aliqua. Ut enim ad minim veniam</a:t>
            </a:r>
          </a:p>
        </p:txBody>
      </p:sp>
      <p:sp>
        <p:nvSpPr>
          <p:cNvPr name="TextBox 17" id="17"/>
          <p:cNvSpPr txBox="true"/>
          <p:nvPr/>
        </p:nvSpPr>
        <p:spPr>
          <a:xfrm rot="0">
            <a:off x="12613891" y="4696021"/>
            <a:ext cx="3556933" cy="876904"/>
          </a:xfrm>
          <a:prstGeom prst="rect">
            <a:avLst/>
          </a:prstGeom>
        </p:spPr>
        <p:txBody>
          <a:bodyPr anchor="t" rtlCol="false" tIns="0" lIns="0" bIns="0" rIns="0">
            <a:spAutoFit/>
          </a:bodyPr>
          <a:lstStyle/>
          <a:p>
            <a:pPr algn="just" marL="0" indent="0" lvl="0">
              <a:lnSpc>
                <a:spcPts val="1770"/>
              </a:lnSpc>
              <a:spcBef>
                <a:spcPct val="0"/>
              </a:spcBef>
            </a:pPr>
            <a:r>
              <a:rPr lang="en-US" sz="1311" spc="20" u="none">
                <a:solidFill>
                  <a:srgbClr val="1C2120"/>
                </a:solidFill>
                <a:latin typeface="DM Sans"/>
                <a:ea typeface="DM Sans"/>
                <a:cs typeface="DM Sans"/>
                <a:sym typeface="DM Sans"/>
              </a:rPr>
              <a:t>Lorem ipsum dolor sit amet, consectetur adipiscing elit, sed do eiusmod tempor incididunt ut labore et dolore magna aliqua. Ut enim ad minim veniam</a:t>
            </a:r>
          </a:p>
        </p:txBody>
      </p:sp>
      <p:sp>
        <p:nvSpPr>
          <p:cNvPr name="TextBox 18" id="18"/>
          <p:cNvSpPr txBox="true"/>
          <p:nvPr/>
        </p:nvSpPr>
        <p:spPr>
          <a:xfrm rot="0">
            <a:off x="12613891" y="7162803"/>
            <a:ext cx="3556933" cy="876904"/>
          </a:xfrm>
          <a:prstGeom prst="rect">
            <a:avLst/>
          </a:prstGeom>
        </p:spPr>
        <p:txBody>
          <a:bodyPr anchor="t" rtlCol="false" tIns="0" lIns="0" bIns="0" rIns="0">
            <a:spAutoFit/>
          </a:bodyPr>
          <a:lstStyle/>
          <a:p>
            <a:pPr algn="just" marL="0" indent="0" lvl="0">
              <a:lnSpc>
                <a:spcPts val="1770"/>
              </a:lnSpc>
              <a:spcBef>
                <a:spcPct val="0"/>
              </a:spcBef>
            </a:pPr>
            <a:r>
              <a:rPr lang="en-US" sz="1311" spc="20" u="none">
                <a:solidFill>
                  <a:srgbClr val="1C2120"/>
                </a:solidFill>
                <a:latin typeface="DM Sans"/>
                <a:ea typeface="DM Sans"/>
                <a:cs typeface="DM Sans"/>
                <a:sym typeface="DM Sans"/>
              </a:rPr>
              <a:t>Lorem ipsum dolor sit amet, consectetur adipiscing elit, sed do eiusmod tempor incididunt ut labore et dolore magna aliqua. Ut enim ad minim veniam</a:t>
            </a:r>
          </a:p>
        </p:txBody>
      </p:sp>
      <p:sp>
        <p:nvSpPr>
          <p:cNvPr name="AutoShape 19" id="19"/>
          <p:cNvSpPr/>
          <p:nvPr/>
        </p:nvSpPr>
        <p:spPr>
          <a:xfrm flipV="true">
            <a:off x="12118262" y="2375876"/>
            <a:ext cx="0" cy="738797"/>
          </a:xfrm>
          <a:prstGeom prst="line">
            <a:avLst/>
          </a:prstGeom>
          <a:ln cap="flat" w="38100">
            <a:solidFill>
              <a:srgbClr val="000000"/>
            </a:solidFill>
            <a:prstDash val="solid"/>
            <a:headEnd type="none" len="sm" w="sm"/>
            <a:tailEnd type="none" len="sm" w="sm"/>
          </a:ln>
        </p:spPr>
      </p:sp>
      <p:sp>
        <p:nvSpPr>
          <p:cNvPr name="AutoShape 20" id="20"/>
          <p:cNvSpPr/>
          <p:nvPr/>
        </p:nvSpPr>
        <p:spPr>
          <a:xfrm flipV="true">
            <a:off x="12118262" y="4774758"/>
            <a:ext cx="0" cy="738797"/>
          </a:xfrm>
          <a:prstGeom prst="line">
            <a:avLst/>
          </a:prstGeom>
          <a:ln cap="flat" w="38100">
            <a:solidFill>
              <a:srgbClr val="000000"/>
            </a:solidFill>
            <a:prstDash val="solid"/>
            <a:headEnd type="none" len="sm" w="sm"/>
            <a:tailEnd type="none" len="sm" w="sm"/>
          </a:ln>
        </p:spPr>
      </p:sp>
      <p:sp>
        <p:nvSpPr>
          <p:cNvPr name="AutoShape 21" id="21"/>
          <p:cNvSpPr/>
          <p:nvPr/>
        </p:nvSpPr>
        <p:spPr>
          <a:xfrm flipV="true">
            <a:off x="12137312" y="7300910"/>
            <a:ext cx="0" cy="738797"/>
          </a:xfrm>
          <a:prstGeom prst="line">
            <a:avLst/>
          </a:prstGeom>
          <a:ln cap="flat" w="38100">
            <a:solidFill>
              <a:srgbClr val="000000"/>
            </a:solidFill>
            <a:prstDash val="solid"/>
            <a:headEnd type="none" len="sm" w="sm"/>
            <a:tailEnd type="none" len="sm" w="sm"/>
          </a:ln>
        </p:spPr>
      </p:sp>
      <p:grpSp>
        <p:nvGrpSpPr>
          <p:cNvPr name="Group 22" id="22"/>
          <p:cNvGrpSpPr/>
          <p:nvPr/>
        </p:nvGrpSpPr>
        <p:grpSpPr>
          <a:xfrm rot="0">
            <a:off x="1218937" y="7583541"/>
            <a:ext cx="4845334" cy="582575"/>
            <a:chOff x="0" y="0"/>
            <a:chExt cx="1276137" cy="153435"/>
          </a:xfrm>
        </p:grpSpPr>
        <p:sp>
          <p:nvSpPr>
            <p:cNvPr name="Freeform 23" id="23"/>
            <p:cNvSpPr/>
            <p:nvPr/>
          </p:nvSpPr>
          <p:spPr>
            <a:xfrm flipH="false" flipV="false" rot="0">
              <a:off x="0" y="0"/>
              <a:ext cx="1276137" cy="153435"/>
            </a:xfrm>
            <a:custGeom>
              <a:avLst/>
              <a:gdLst/>
              <a:ahLst/>
              <a:cxnLst/>
              <a:rect r="r" b="b" t="t" l="l"/>
              <a:pathLst>
                <a:path h="153435" w="1276137">
                  <a:moveTo>
                    <a:pt x="76718" y="0"/>
                  </a:moveTo>
                  <a:lnTo>
                    <a:pt x="1199420" y="0"/>
                  </a:lnTo>
                  <a:cubicBezTo>
                    <a:pt x="1219767" y="0"/>
                    <a:pt x="1239280" y="8083"/>
                    <a:pt x="1253667" y="22470"/>
                  </a:cubicBezTo>
                  <a:cubicBezTo>
                    <a:pt x="1268055" y="36857"/>
                    <a:pt x="1276137" y="56371"/>
                    <a:pt x="1276137" y="76718"/>
                  </a:cubicBezTo>
                  <a:lnTo>
                    <a:pt x="1276137" y="76718"/>
                  </a:lnTo>
                  <a:cubicBezTo>
                    <a:pt x="1276137" y="97064"/>
                    <a:pt x="1268055" y="116578"/>
                    <a:pt x="1253667" y="130965"/>
                  </a:cubicBezTo>
                  <a:cubicBezTo>
                    <a:pt x="1239280" y="145353"/>
                    <a:pt x="1219767" y="153435"/>
                    <a:pt x="1199420" y="153435"/>
                  </a:cubicBezTo>
                  <a:lnTo>
                    <a:pt x="76718" y="153435"/>
                  </a:lnTo>
                  <a:cubicBezTo>
                    <a:pt x="56371" y="153435"/>
                    <a:pt x="36857" y="145353"/>
                    <a:pt x="22470" y="130965"/>
                  </a:cubicBezTo>
                  <a:cubicBezTo>
                    <a:pt x="8083" y="116578"/>
                    <a:pt x="0" y="97064"/>
                    <a:pt x="0" y="76718"/>
                  </a:cubicBezTo>
                  <a:lnTo>
                    <a:pt x="0" y="76718"/>
                  </a:lnTo>
                  <a:cubicBezTo>
                    <a:pt x="0" y="56371"/>
                    <a:pt x="8083" y="36857"/>
                    <a:pt x="22470" y="22470"/>
                  </a:cubicBezTo>
                  <a:cubicBezTo>
                    <a:pt x="36857" y="8083"/>
                    <a:pt x="56371" y="0"/>
                    <a:pt x="76718" y="0"/>
                  </a:cubicBezTo>
                  <a:close/>
                </a:path>
              </a:pathLst>
            </a:custGeom>
            <a:solidFill>
              <a:srgbClr val="AAD7D4"/>
            </a:solidFill>
          </p:spPr>
        </p:sp>
        <p:sp>
          <p:nvSpPr>
            <p:cNvPr name="TextBox 24" id="24"/>
            <p:cNvSpPr txBox="true"/>
            <p:nvPr/>
          </p:nvSpPr>
          <p:spPr>
            <a:xfrm>
              <a:off x="0" y="-38100"/>
              <a:ext cx="1276137" cy="191535"/>
            </a:xfrm>
            <a:prstGeom prst="rect">
              <a:avLst/>
            </a:prstGeom>
          </p:spPr>
          <p:txBody>
            <a:bodyPr anchor="ctr" rtlCol="false" tIns="50800" lIns="50800" bIns="50800" rIns="50800"/>
            <a:lstStyle/>
            <a:p>
              <a:pPr algn="ctr">
                <a:lnSpc>
                  <a:spcPts val="2659"/>
                </a:lnSpc>
              </a:pPr>
            </a:p>
          </p:txBody>
        </p:sp>
      </p:grpSp>
      <p:sp>
        <p:nvSpPr>
          <p:cNvPr name="TextBox 25" id="25"/>
          <p:cNvSpPr txBox="true"/>
          <p:nvPr/>
        </p:nvSpPr>
        <p:spPr>
          <a:xfrm rot="0">
            <a:off x="2160376" y="7720041"/>
            <a:ext cx="3007705" cy="319099"/>
          </a:xfrm>
          <a:prstGeom prst="rect">
            <a:avLst/>
          </a:prstGeom>
        </p:spPr>
        <p:txBody>
          <a:bodyPr anchor="t" rtlCol="false" tIns="0" lIns="0" bIns="0" rIns="0">
            <a:spAutoFit/>
          </a:bodyPr>
          <a:lstStyle/>
          <a:p>
            <a:pPr algn="ctr">
              <a:lnSpc>
                <a:spcPts val="2365"/>
              </a:lnSpc>
            </a:pPr>
            <a:r>
              <a:rPr lang="en-US" sz="2190">
                <a:solidFill>
                  <a:srgbClr val="1C2120"/>
                </a:solidFill>
                <a:latin typeface="Poppins"/>
                <a:ea typeface="Poppins"/>
                <a:cs typeface="Poppins"/>
                <a:sym typeface="Poppins"/>
              </a:rPr>
              <a:t>Exploring creativity</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5550429" y="2486361"/>
            <a:ext cx="6587404" cy="6587404"/>
          </a:xfrm>
          <a:custGeom>
            <a:avLst/>
            <a:gdLst/>
            <a:ahLst/>
            <a:cxnLst/>
            <a:rect r="r" b="b" t="t" l="l"/>
            <a:pathLst>
              <a:path h="6587404" w="6587404">
                <a:moveTo>
                  <a:pt x="0" y="0"/>
                </a:moveTo>
                <a:lnTo>
                  <a:pt x="6587404" y="0"/>
                </a:lnTo>
                <a:lnTo>
                  <a:pt x="6587404" y="6587404"/>
                </a:lnTo>
                <a:lnTo>
                  <a:pt x="0" y="658740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311903" y="3956783"/>
            <a:ext cx="2333479" cy="582575"/>
            <a:chOff x="0" y="0"/>
            <a:chExt cx="614579" cy="153435"/>
          </a:xfrm>
        </p:grpSpPr>
        <p:sp>
          <p:nvSpPr>
            <p:cNvPr name="Freeform 4" id="4"/>
            <p:cNvSpPr/>
            <p:nvPr/>
          </p:nvSpPr>
          <p:spPr>
            <a:xfrm flipH="false" flipV="false" rot="0">
              <a:off x="0" y="0"/>
              <a:ext cx="614579" cy="153435"/>
            </a:xfrm>
            <a:custGeom>
              <a:avLst/>
              <a:gdLst/>
              <a:ahLst/>
              <a:cxnLst/>
              <a:rect r="r" b="b" t="t" l="l"/>
              <a:pathLst>
                <a:path h="153435" w="614579">
                  <a:moveTo>
                    <a:pt x="76718" y="0"/>
                  </a:moveTo>
                  <a:lnTo>
                    <a:pt x="537861" y="0"/>
                  </a:lnTo>
                  <a:cubicBezTo>
                    <a:pt x="558208" y="0"/>
                    <a:pt x="577721" y="8083"/>
                    <a:pt x="592109" y="22470"/>
                  </a:cubicBezTo>
                  <a:cubicBezTo>
                    <a:pt x="606496" y="36857"/>
                    <a:pt x="614579" y="56371"/>
                    <a:pt x="614579" y="76718"/>
                  </a:cubicBezTo>
                  <a:lnTo>
                    <a:pt x="614579" y="76718"/>
                  </a:lnTo>
                  <a:cubicBezTo>
                    <a:pt x="614579" y="97064"/>
                    <a:pt x="606496" y="116578"/>
                    <a:pt x="592109" y="130965"/>
                  </a:cubicBezTo>
                  <a:cubicBezTo>
                    <a:pt x="577721" y="145353"/>
                    <a:pt x="558208" y="153435"/>
                    <a:pt x="537861" y="153435"/>
                  </a:cubicBezTo>
                  <a:lnTo>
                    <a:pt x="76718" y="153435"/>
                  </a:lnTo>
                  <a:cubicBezTo>
                    <a:pt x="56371" y="153435"/>
                    <a:pt x="36857" y="145353"/>
                    <a:pt x="22470" y="130965"/>
                  </a:cubicBezTo>
                  <a:cubicBezTo>
                    <a:pt x="8083" y="116578"/>
                    <a:pt x="0" y="97064"/>
                    <a:pt x="0" y="76718"/>
                  </a:cubicBezTo>
                  <a:lnTo>
                    <a:pt x="0" y="76718"/>
                  </a:lnTo>
                  <a:cubicBezTo>
                    <a:pt x="0" y="56371"/>
                    <a:pt x="8083" y="36857"/>
                    <a:pt x="22470" y="22470"/>
                  </a:cubicBezTo>
                  <a:cubicBezTo>
                    <a:pt x="36857" y="8083"/>
                    <a:pt x="56371" y="0"/>
                    <a:pt x="76718" y="0"/>
                  </a:cubicBezTo>
                  <a:close/>
                </a:path>
              </a:pathLst>
            </a:custGeom>
            <a:solidFill>
              <a:srgbClr val="AAD7D4"/>
            </a:solidFill>
          </p:spPr>
        </p:sp>
        <p:sp>
          <p:nvSpPr>
            <p:cNvPr name="TextBox 5" id="5"/>
            <p:cNvSpPr txBox="true"/>
            <p:nvPr/>
          </p:nvSpPr>
          <p:spPr>
            <a:xfrm>
              <a:off x="0" y="-38100"/>
              <a:ext cx="614579" cy="191535"/>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0">
            <a:off x="1311903" y="7214501"/>
            <a:ext cx="2333479" cy="582575"/>
            <a:chOff x="0" y="0"/>
            <a:chExt cx="614579" cy="153435"/>
          </a:xfrm>
        </p:grpSpPr>
        <p:sp>
          <p:nvSpPr>
            <p:cNvPr name="Freeform 7" id="7"/>
            <p:cNvSpPr/>
            <p:nvPr/>
          </p:nvSpPr>
          <p:spPr>
            <a:xfrm flipH="false" flipV="false" rot="0">
              <a:off x="0" y="0"/>
              <a:ext cx="614579" cy="153435"/>
            </a:xfrm>
            <a:custGeom>
              <a:avLst/>
              <a:gdLst/>
              <a:ahLst/>
              <a:cxnLst/>
              <a:rect r="r" b="b" t="t" l="l"/>
              <a:pathLst>
                <a:path h="153435" w="614579">
                  <a:moveTo>
                    <a:pt x="76718" y="0"/>
                  </a:moveTo>
                  <a:lnTo>
                    <a:pt x="537861" y="0"/>
                  </a:lnTo>
                  <a:cubicBezTo>
                    <a:pt x="558208" y="0"/>
                    <a:pt x="577721" y="8083"/>
                    <a:pt x="592109" y="22470"/>
                  </a:cubicBezTo>
                  <a:cubicBezTo>
                    <a:pt x="606496" y="36857"/>
                    <a:pt x="614579" y="56371"/>
                    <a:pt x="614579" y="76718"/>
                  </a:cubicBezTo>
                  <a:lnTo>
                    <a:pt x="614579" y="76718"/>
                  </a:lnTo>
                  <a:cubicBezTo>
                    <a:pt x="614579" y="97064"/>
                    <a:pt x="606496" y="116578"/>
                    <a:pt x="592109" y="130965"/>
                  </a:cubicBezTo>
                  <a:cubicBezTo>
                    <a:pt x="577721" y="145353"/>
                    <a:pt x="558208" y="153435"/>
                    <a:pt x="537861" y="153435"/>
                  </a:cubicBezTo>
                  <a:lnTo>
                    <a:pt x="76718" y="153435"/>
                  </a:lnTo>
                  <a:cubicBezTo>
                    <a:pt x="56371" y="153435"/>
                    <a:pt x="36857" y="145353"/>
                    <a:pt x="22470" y="130965"/>
                  </a:cubicBezTo>
                  <a:cubicBezTo>
                    <a:pt x="8083" y="116578"/>
                    <a:pt x="0" y="97064"/>
                    <a:pt x="0" y="76718"/>
                  </a:cubicBezTo>
                  <a:lnTo>
                    <a:pt x="0" y="76718"/>
                  </a:lnTo>
                  <a:cubicBezTo>
                    <a:pt x="0" y="56371"/>
                    <a:pt x="8083" y="36857"/>
                    <a:pt x="22470" y="22470"/>
                  </a:cubicBezTo>
                  <a:cubicBezTo>
                    <a:pt x="36857" y="8083"/>
                    <a:pt x="56371" y="0"/>
                    <a:pt x="76718" y="0"/>
                  </a:cubicBezTo>
                  <a:close/>
                </a:path>
              </a:pathLst>
            </a:custGeom>
            <a:solidFill>
              <a:srgbClr val="AAD7D4"/>
            </a:solidFill>
          </p:spPr>
        </p:sp>
        <p:sp>
          <p:nvSpPr>
            <p:cNvPr name="TextBox 8" id="8"/>
            <p:cNvSpPr txBox="true"/>
            <p:nvPr/>
          </p:nvSpPr>
          <p:spPr>
            <a:xfrm>
              <a:off x="0" y="-38100"/>
              <a:ext cx="614579" cy="191535"/>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13489830" y="3794858"/>
            <a:ext cx="2333479" cy="582575"/>
            <a:chOff x="0" y="0"/>
            <a:chExt cx="614579" cy="153435"/>
          </a:xfrm>
        </p:grpSpPr>
        <p:sp>
          <p:nvSpPr>
            <p:cNvPr name="Freeform 10" id="10"/>
            <p:cNvSpPr/>
            <p:nvPr/>
          </p:nvSpPr>
          <p:spPr>
            <a:xfrm flipH="false" flipV="false" rot="0">
              <a:off x="0" y="0"/>
              <a:ext cx="614579" cy="153435"/>
            </a:xfrm>
            <a:custGeom>
              <a:avLst/>
              <a:gdLst/>
              <a:ahLst/>
              <a:cxnLst/>
              <a:rect r="r" b="b" t="t" l="l"/>
              <a:pathLst>
                <a:path h="153435" w="614579">
                  <a:moveTo>
                    <a:pt x="76718" y="0"/>
                  </a:moveTo>
                  <a:lnTo>
                    <a:pt x="537861" y="0"/>
                  </a:lnTo>
                  <a:cubicBezTo>
                    <a:pt x="558208" y="0"/>
                    <a:pt x="577721" y="8083"/>
                    <a:pt x="592109" y="22470"/>
                  </a:cubicBezTo>
                  <a:cubicBezTo>
                    <a:pt x="606496" y="36857"/>
                    <a:pt x="614579" y="56371"/>
                    <a:pt x="614579" y="76718"/>
                  </a:cubicBezTo>
                  <a:lnTo>
                    <a:pt x="614579" y="76718"/>
                  </a:lnTo>
                  <a:cubicBezTo>
                    <a:pt x="614579" y="97064"/>
                    <a:pt x="606496" y="116578"/>
                    <a:pt x="592109" y="130965"/>
                  </a:cubicBezTo>
                  <a:cubicBezTo>
                    <a:pt x="577721" y="145353"/>
                    <a:pt x="558208" y="153435"/>
                    <a:pt x="537861" y="153435"/>
                  </a:cubicBezTo>
                  <a:lnTo>
                    <a:pt x="76718" y="153435"/>
                  </a:lnTo>
                  <a:cubicBezTo>
                    <a:pt x="56371" y="153435"/>
                    <a:pt x="36857" y="145353"/>
                    <a:pt x="22470" y="130965"/>
                  </a:cubicBezTo>
                  <a:cubicBezTo>
                    <a:pt x="8083" y="116578"/>
                    <a:pt x="0" y="97064"/>
                    <a:pt x="0" y="76718"/>
                  </a:cubicBezTo>
                  <a:lnTo>
                    <a:pt x="0" y="76718"/>
                  </a:lnTo>
                  <a:cubicBezTo>
                    <a:pt x="0" y="56371"/>
                    <a:pt x="8083" y="36857"/>
                    <a:pt x="22470" y="22470"/>
                  </a:cubicBezTo>
                  <a:cubicBezTo>
                    <a:pt x="36857" y="8083"/>
                    <a:pt x="56371" y="0"/>
                    <a:pt x="76718" y="0"/>
                  </a:cubicBezTo>
                  <a:close/>
                </a:path>
              </a:pathLst>
            </a:custGeom>
            <a:solidFill>
              <a:srgbClr val="AAD7D4"/>
            </a:solidFill>
          </p:spPr>
        </p:sp>
        <p:sp>
          <p:nvSpPr>
            <p:cNvPr name="TextBox 11" id="11"/>
            <p:cNvSpPr txBox="true"/>
            <p:nvPr/>
          </p:nvSpPr>
          <p:spPr>
            <a:xfrm>
              <a:off x="0" y="-38100"/>
              <a:ext cx="614579" cy="191535"/>
            </a:xfrm>
            <a:prstGeom prst="rect">
              <a:avLst/>
            </a:prstGeom>
          </p:spPr>
          <p:txBody>
            <a:bodyPr anchor="ctr" rtlCol="false" tIns="50800" lIns="50800" bIns="50800" rIns="50800"/>
            <a:lstStyle/>
            <a:p>
              <a:pPr algn="ctr">
                <a:lnSpc>
                  <a:spcPts val="2659"/>
                </a:lnSpc>
              </a:pPr>
            </a:p>
          </p:txBody>
        </p:sp>
      </p:grpSp>
      <p:grpSp>
        <p:nvGrpSpPr>
          <p:cNvPr name="Group 12" id="12"/>
          <p:cNvGrpSpPr/>
          <p:nvPr/>
        </p:nvGrpSpPr>
        <p:grpSpPr>
          <a:xfrm rot="0">
            <a:off x="13489830" y="7052576"/>
            <a:ext cx="2333479" cy="582575"/>
            <a:chOff x="0" y="0"/>
            <a:chExt cx="614579" cy="153435"/>
          </a:xfrm>
        </p:grpSpPr>
        <p:sp>
          <p:nvSpPr>
            <p:cNvPr name="Freeform 13" id="13"/>
            <p:cNvSpPr/>
            <p:nvPr/>
          </p:nvSpPr>
          <p:spPr>
            <a:xfrm flipH="false" flipV="false" rot="0">
              <a:off x="0" y="0"/>
              <a:ext cx="614579" cy="153435"/>
            </a:xfrm>
            <a:custGeom>
              <a:avLst/>
              <a:gdLst/>
              <a:ahLst/>
              <a:cxnLst/>
              <a:rect r="r" b="b" t="t" l="l"/>
              <a:pathLst>
                <a:path h="153435" w="614579">
                  <a:moveTo>
                    <a:pt x="76718" y="0"/>
                  </a:moveTo>
                  <a:lnTo>
                    <a:pt x="537861" y="0"/>
                  </a:lnTo>
                  <a:cubicBezTo>
                    <a:pt x="558208" y="0"/>
                    <a:pt x="577721" y="8083"/>
                    <a:pt x="592109" y="22470"/>
                  </a:cubicBezTo>
                  <a:cubicBezTo>
                    <a:pt x="606496" y="36857"/>
                    <a:pt x="614579" y="56371"/>
                    <a:pt x="614579" y="76718"/>
                  </a:cubicBezTo>
                  <a:lnTo>
                    <a:pt x="614579" y="76718"/>
                  </a:lnTo>
                  <a:cubicBezTo>
                    <a:pt x="614579" y="97064"/>
                    <a:pt x="606496" y="116578"/>
                    <a:pt x="592109" y="130965"/>
                  </a:cubicBezTo>
                  <a:cubicBezTo>
                    <a:pt x="577721" y="145353"/>
                    <a:pt x="558208" y="153435"/>
                    <a:pt x="537861" y="153435"/>
                  </a:cubicBezTo>
                  <a:lnTo>
                    <a:pt x="76718" y="153435"/>
                  </a:lnTo>
                  <a:cubicBezTo>
                    <a:pt x="56371" y="153435"/>
                    <a:pt x="36857" y="145353"/>
                    <a:pt x="22470" y="130965"/>
                  </a:cubicBezTo>
                  <a:cubicBezTo>
                    <a:pt x="8083" y="116578"/>
                    <a:pt x="0" y="97064"/>
                    <a:pt x="0" y="76718"/>
                  </a:cubicBezTo>
                  <a:lnTo>
                    <a:pt x="0" y="76718"/>
                  </a:lnTo>
                  <a:cubicBezTo>
                    <a:pt x="0" y="56371"/>
                    <a:pt x="8083" y="36857"/>
                    <a:pt x="22470" y="22470"/>
                  </a:cubicBezTo>
                  <a:cubicBezTo>
                    <a:pt x="36857" y="8083"/>
                    <a:pt x="56371" y="0"/>
                    <a:pt x="76718" y="0"/>
                  </a:cubicBezTo>
                  <a:close/>
                </a:path>
              </a:pathLst>
            </a:custGeom>
            <a:solidFill>
              <a:srgbClr val="AAD7D4"/>
            </a:solidFill>
          </p:spPr>
        </p:sp>
        <p:sp>
          <p:nvSpPr>
            <p:cNvPr name="TextBox 14" id="14"/>
            <p:cNvSpPr txBox="true"/>
            <p:nvPr/>
          </p:nvSpPr>
          <p:spPr>
            <a:xfrm>
              <a:off x="0" y="-38100"/>
              <a:ext cx="614579" cy="191535"/>
            </a:xfrm>
            <a:prstGeom prst="rect">
              <a:avLst/>
            </a:prstGeom>
          </p:spPr>
          <p:txBody>
            <a:bodyPr anchor="ctr" rtlCol="false" tIns="50800" lIns="50800" bIns="50800" rIns="50800"/>
            <a:lstStyle/>
            <a:p>
              <a:pPr algn="ctr">
                <a:lnSpc>
                  <a:spcPts val="2659"/>
                </a:lnSpc>
              </a:pPr>
            </a:p>
          </p:txBody>
        </p:sp>
      </p:grpSp>
      <p:sp>
        <p:nvSpPr>
          <p:cNvPr name="TextBox 15" id="15"/>
          <p:cNvSpPr txBox="true"/>
          <p:nvPr/>
        </p:nvSpPr>
        <p:spPr>
          <a:xfrm rot="0">
            <a:off x="4844604" y="769456"/>
            <a:ext cx="7999053" cy="1231444"/>
          </a:xfrm>
          <a:prstGeom prst="rect">
            <a:avLst/>
          </a:prstGeom>
        </p:spPr>
        <p:txBody>
          <a:bodyPr anchor="t" rtlCol="false" tIns="0" lIns="0" bIns="0" rIns="0">
            <a:spAutoFit/>
          </a:bodyPr>
          <a:lstStyle/>
          <a:p>
            <a:pPr algn="ctr">
              <a:lnSpc>
                <a:spcPts val="9049"/>
              </a:lnSpc>
            </a:pPr>
            <a:r>
              <a:rPr lang="en-US" b="true" sz="7938">
                <a:solidFill>
                  <a:srgbClr val="1C2120"/>
                </a:solidFill>
                <a:latin typeface="Poppins Bold"/>
                <a:ea typeface="Poppins Bold"/>
                <a:cs typeface="Poppins Bold"/>
                <a:sym typeface="Poppins Bold"/>
              </a:rPr>
              <a:t>Infographic</a:t>
            </a:r>
          </a:p>
        </p:txBody>
      </p:sp>
      <p:sp>
        <p:nvSpPr>
          <p:cNvPr name="TextBox 16" id="16"/>
          <p:cNvSpPr txBox="true"/>
          <p:nvPr/>
        </p:nvSpPr>
        <p:spPr>
          <a:xfrm rot="0">
            <a:off x="1311903" y="2665220"/>
            <a:ext cx="2178165" cy="1120112"/>
          </a:xfrm>
          <a:prstGeom prst="rect">
            <a:avLst/>
          </a:prstGeom>
        </p:spPr>
        <p:txBody>
          <a:bodyPr anchor="t" rtlCol="false" tIns="0" lIns="0" bIns="0" rIns="0">
            <a:spAutoFit/>
          </a:bodyPr>
          <a:lstStyle/>
          <a:p>
            <a:pPr algn="l">
              <a:lnSpc>
                <a:spcPts val="8282"/>
              </a:lnSpc>
            </a:pPr>
            <a:r>
              <a:rPr lang="en-US" sz="7265" b="true">
                <a:solidFill>
                  <a:srgbClr val="1C2120"/>
                </a:solidFill>
                <a:latin typeface="Poppins Bold"/>
                <a:ea typeface="Poppins Bold"/>
                <a:cs typeface="Poppins Bold"/>
                <a:sym typeface="Poppins Bold"/>
              </a:rPr>
              <a:t>70k</a:t>
            </a:r>
          </a:p>
        </p:txBody>
      </p:sp>
      <p:sp>
        <p:nvSpPr>
          <p:cNvPr name="TextBox 17" id="17"/>
          <p:cNvSpPr txBox="true"/>
          <p:nvPr/>
        </p:nvSpPr>
        <p:spPr>
          <a:xfrm rot="0">
            <a:off x="1393908" y="4106822"/>
            <a:ext cx="2169471" cy="282496"/>
          </a:xfrm>
          <a:prstGeom prst="rect">
            <a:avLst/>
          </a:prstGeom>
        </p:spPr>
        <p:txBody>
          <a:bodyPr anchor="t" rtlCol="false" tIns="0" lIns="0" bIns="0" rIns="0">
            <a:spAutoFit/>
          </a:bodyPr>
          <a:lstStyle/>
          <a:p>
            <a:pPr algn="ctr">
              <a:lnSpc>
                <a:spcPts val="2033"/>
              </a:lnSpc>
            </a:pPr>
            <a:r>
              <a:rPr lang="en-US" sz="1883">
                <a:solidFill>
                  <a:srgbClr val="1C2120"/>
                </a:solidFill>
                <a:latin typeface="Poppins"/>
                <a:ea typeface="Poppins"/>
                <a:cs typeface="Poppins"/>
                <a:sym typeface="Poppins"/>
              </a:rPr>
              <a:t>Management</a:t>
            </a:r>
          </a:p>
        </p:txBody>
      </p:sp>
      <p:sp>
        <p:nvSpPr>
          <p:cNvPr name="TextBox 18" id="18"/>
          <p:cNvSpPr txBox="true"/>
          <p:nvPr/>
        </p:nvSpPr>
        <p:spPr>
          <a:xfrm rot="0">
            <a:off x="1311903" y="4682232"/>
            <a:ext cx="3658314" cy="935906"/>
          </a:xfrm>
          <a:prstGeom prst="rect">
            <a:avLst/>
          </a:prstGeom>
        </p:spPr>
        <p:txBody>
          <a:bodyPr anchor="t" rtlCol="false" tIns="0" lIns="0" bIns="0" rIns="0">
            <a:spAutoFit/>
          </a:bodyPr>
          <a:lstStyle/>
          <a:p>
            <a:pPr algn="l" marL="0" indent="0" lvl="0">
              <a:lnSpc>
                <a:spcPts val="2541"/>
              </a:lnSpc>
              <a:spcBef>
                <a:spcPct val="0"/>
              </a:spcBef>
            </a:pPr>
            <a:r>
              <a:rPr lang="en-US" sz="1882" spc="112" u="none">
                <a:solidFill>
                  <a:srgbClr val="000000"/>
                </a:solidFill>
                <a:latin typeface="DM Sans"/>
                <a:ea typeface="DM Sans"/>
                <a:cs typeface="DM Sans"/>
                <a:sym typeface="DM Sans"/>
              </a:rPr>
              <a:t>Lorem ipsum dolor sit amet, consectetur adipiscing elit, sed do eiusmod tempor </a:t>
            </a:r>
          </a:p>
        </p:txBody>
      </p:sp>
      <p:sp>
        <p:nvSpPr>
          <p:cNvPr name="TextBox 19" id="19"/>
          <p:cNvSpPr txBox="true"/>
          <p:nvPr/>
        </p:nvSpPr>
        <p:spPr>
          <a:xfrm rot="0">
            <a:off x="1311903" y="5922938"/>
            <a:ext cx="2178165" cy="1120112"/>
          </a:xfrm>
          <a:prstGeom prst="rect">
            <a:avLst/>
          </a:prstGeom>
        </p:spPr>
        <p:txBody>
          <a:bodyPr anchor="t" rtlCol="false" tIns="0" lIns="0" bIns="0" rIns="0">
            <a:spAutoFit/>
          </a:bodyPr>
          <a:lstStyle/>
          <a:p>
            <a:pPr algn="l">
              <a:lnSpc>
                <a:spcPts val="8282"/>
              </a:lnSpc>
            </a:pPr>
            <a:r>
              <a:rPr lang="en-US" sz="7265" b="true">
                <a:solidFill>
                  <a:srgbClr val="1C2120"/>
                </a:solidFill>
                <a:latin typeface="Poppins Bold"/>
                <a:ea typeface="Poppins Bold"/>
                <a:cs typeface="Poppins Bold"/>
                <a:sym typeface="Poppins Bold"/>
              </a:rPr>
              <a:t>70k</a:t>
            </a:r>
          </a:p>
        </p:txBody>
      </p:sp>
      <p:sp>
        <p:nvSpPr>
          <p:cNvPr name="TextBox 20" id="20"/>
          <p:cNvSpPr txBox="true"/>
          <p:nvPr/>
        </p:nvSpPr>
        <p:spPr>
          <a:xfrm rot="0">
            <a:off x="1393908" y="7364540"/>
            <a:ext cx="2169471" cy="282496"/>
          </a:xfrm>
          <a:prstGeom prst="rect">
            <a:avLst/>
          </a:prstGeom>
        </p:spPr>
        <p:txBody>
          <a:bodyPr anchor="t" rtlCol="false" tIns="0" lIns="0" bIns="0" rIns="0">
            <a:spAutoFit/>
          </a:bodyPr>
          <a:lstStyle/>
          <a:p>
            <a:pPr algn="ctr">
              <a:lnSpc>
                <a:spcPts val="2033"/>
              </a:lnSpc>
            </a:pPr>
            <a:r>
              <a:rPr lang="en-US" sz="1883">
                <a:solidFill>
                  <a:srgbClr val="1C2120"/>
                </a:solidFill>
                <a:latin typeface="Poppins"/>
                <a:ea typeface="Poppins"/>
                <a:cs typeface="Poppins"/>
                <a:sym typeface="Poppins"/>
              </a:rPr>
              <a:t>Management</a:t>
            </a:r>
          </a:p>
        </p:txBody>
      </p:sp>
      <p:sp>
        <p:nvSpPr>
          <p:cNvPr name="TextBox 21" id="21"/>
          <p:cNvSpPr txBox="true"/>
          <p:nvPr/>
        </p:nvSpPr>
        <p:spPr>
          <a:xfrm rot="0">
            <a:off x="1311903" y="7939950"/>
            <a:ext cx="3658314" cy="935906"/>
          </a:xfrm>
          <a:prstGeom prst="rect">
            <a:avLst/>
          </a:prstGeom>
        </p:spPr>
        <p:txBody>
          <a:bodyPr anchor="t" rtlCol="false" tIns="0" lIns="0" bIns="0" rIns="0">
            <a:spAutoFit/>
          </a:bodyPr>
          <a:lstStyle/>
          <a:p>
            <a:pPr algn="l" marL="0" indent="0" lvl="0">
              <a:lnSpc>
                <a:spcPts val="2541"/>
              </a:lnSpc>
              <a:spcBef>
                <a:spcPct val="0"/>
              </a:spcBef>
            </a:pPr>
            <a:r>
              <a:rPr lang="en-US" sz="1882" spc="112" u="none">
                <a:solidFill>
                  <a:srgbClr val="000000"/>
                </a:solidFill>
                <a:latin typeface="DM Sans"/>
                <a:ea typeface="DM Sans"/>
                <a:cs typeface="DM Sans"/>
                <a:sym typeface="DM Sans"/>
              </a:rPr>
              <a:t>Lorem ipsum dolor sit amet, consectetur adipiscing elit, sed do eiusmod tempor </a:t>
            </a:r>
          </a:p>
        </p:txBody>
      </p:sp>
      <p:sp>
        <p:nvSpPr>
          <p:cNvPr name="TextBox 22" id="22"/>
          <p:cNvSpPr txBox="true"/>
          <p:nvPr/>
        </p:nvSpPr>
        <p:spPr>
          <a:xfrm rot="0">
            <a:off x="13489830" y="2503295"/>
            <a:ext cx="2178165" cy="1120112"/>
          </a:xfrm>
          <a:prstGeom prst="rect">
            <a:avLst/>
          </a:prstGeom>
        </p:spPr>
        <p:txBody>
          <a:bodyPr anchor="t" rtlCol="false" tIns="0" lIns="0" bIns="0" rIns="0">
            <a:spAutoFit/>
          </a:bodyPr>
          <a:lstStyle/>
          <a:p>
            <a:pPr algn="l">
              <a:lnSpc>
                <a:spcPts val="8282"/>
              </a:lnSpc>
            </a:pPr>
            <a:r>
              <a:rPr lang="en-US" sz="7265" b="true">
                <a:solidFill>
                  <a:srgbClr val="1C2120"/>
                </a:solidFill>
                <a:latin typeface="Poppins Bold"/>
                <a:ea typeface="Poppins Bold"/>
                <a:cs typeface="Poppins Bold"/>
                <a:sym typeface="Poppins Bold"/>
              </a:rPr>
              <a:t>70k</a:t>
            </a:r>
          </a:p>
        </p:txBody>
      </p:sp>
      <p:sp>
        <p:nvSpPr>
          <p:cNvPr name="TextBox 23" id="23"/>
          <p:cNvSpPr txBox="true"/>
          <p:nvPr/>
        </p:nvSpPr>
        <p:spPr>
          <a:xfrm rot="0">
            <a:off x="13571834" y="3944897"/>
            <a:ext cx="2169471" cy="282496"/>
          </a:xfrm>
          <a:prstGeom prst="rect">
            <a:avLst/>
          </a:prstGeom>
        </p:spPr>
        <p:txBody>
          <a:bodyPr anchor="t" rtlCol="false" tIns="0" lIns="0" bIns="0" rIns="0">
            <a:spAutoFit/>
          </a:bodyPr>
          <a:lstStyle/>
          <a:p>
            <a:pPr algn="ctr">
              <a:lnSpc>
                <a:spcPts val="2033"/>
              </a:lnSpc>
            </a:pPr>
            <a:r>
              <a:rPr lang="en-US" sz="1883">
                <a:solidFill>
                  <a:srgbClr val="1C2120"/>
                </a:solidFill>
                <a:latin typeface="Poppins"/>
                <a:ea typeface="Poppins"/>
                <a:cs typeface="Poppins"/>
                <a:sym typeface="Poppins"/>
              </a:rPr>
              <a:t>Management</a:t>
            </a:r>
          </a:p>
        </p:txBody>
      </p:sp>
      <p:sp>
        <p:nvSpPr>
          <p:cNvPr name="TextBox 24" id="24"/>
          <p:cNvSpPr txBox="true"/>
          <p:nvPr/>
        </p:nvSpPr>
        <p:spPr>
          <a:xfrm rot="0">
            <a:off x="13489830" y="4520307"/>
            <a:ext cx="3658314" cy="935906"/>
          </a:xfrm>
          <a:prstGeom prst="rect">
            <a:avLst/>
          </a:prstGeom>
        </p:spPr>
        <p:txBody>
          <a:bodyPr anchor="t" rtlCol="false" tIns="0" lIns="0" bIns="0" rIns="0">
            <a:spAutoFit/>
          </a:bodyPr>
          <a:lstStyle/>
          <a:p>
            <a:pPr algn="l" marL="0" indent="0" lvl="0">
              <a:lnSpc>
                <a:spcPts val="2541"/>
              </a:lnSpc>
              <a:spcBef>
                <a:spcPct val="0"/>
              </a:spcBef>
            </a:pPr>
            <a:r>
              <a:rPr lang="en-US" sz="1882" spc="112" u="none">
                <a:solidFill>
                  <a:srgbClr val="000000"/>
                </a:solidFill>
                <a:latin typeface="DM Sans"/>
                <a:ea typeface="DM Sans"/>
                <a:cs typeface="DM Sans"/>
                <a:sym typeface="DM Sans"/>
              </a:rPr>
              <a:t>Lorem ipsum dolor sit amet, consectetur adipiscing elit, sed do eiusmod tempor </a:t>
            </a:r>
          </a:p>
        </p:txBody>
      </p:sp>
      <p:sp>
        <p:nvSpPr>
          <p:cNvPr name="TextBox 25" id="25"/>
          <p:cNvSpPr txBox="true"/>
          <p:nvPr/>
        </p:nvSpPr>
        <p:spPr>
          <a:xfrm rot="0">
            <a:off x="13489830" y="5761013"/>
            <a:ext cx="2178165" cy="1120112"/>
          </a:xfrm>
          <a:prstGeom prst="rect">
            <a:avLst/>
          </a:prstGeom>
        </p:spPr>
        <p:txBody>
          <a:bodyPr anchor="t" rtlCol="false" tIns="0" lIns="0" bIns="0" rIns="0">
            <a:spAutoFit/>
          </a:bodyPr>
          <a:lstStyle/>
          <a:p>
            <a:pPr algn="l">
              <a:lnSpc>
                <a:spcPts val="8282"/>
              </a:lnSpc>
            </a:pPr>
            <a:r>
              <a:rPr lang="en-US" sz="7265" b="true">
                <a:solidFill>
                  <a:srgbClr val="1C2120"/>
                </a:solidFill>
                <a:latin typeface="Poppins Bold"/>
                <a:ea typeface="Poppins Bold"/>
                <a:cs typeface="Poppins Bold"/>
                <a:sym typeface="Poppins Bold"/>
              </a:rPr>
              <a:t>70k</a:t>
            </a:r>
          </a:p>
        </p:txBody>
      </p:sp>
      <p:sp>
        <p:nvSpPr>
          <p:cNvPr name="TextBox 26" id="26"/>
          <p:cNvSpPr txBox="true"/>
          <p:nvPr/>
        </p:nvSpPr>
        <p:spPr>
          <a:xfrm rot="0">
            <a:off x="13571834" y="7202615"/>
            <a:ext cx="2169471" cy="282496"/>
          </a:xfrm>
          <a:prstGeom prst="rect">
            <a:avLst/>
          </a:prstGeom>
        </p:spPr>
        <p:txBody>
          <a:bodyPr anchor="t" rtlCol="false" tIns="0" lIns="0" bIns="0" rIns="0">
            <a:spAutoFit/>
          </a:bodyPr>
          <a:lstStyle/>
          <a:p>
            <a:pPr algn="ctr">
              <a:lnSpc>
                <a:spcPts val="2033"/>
              </a:lnSpc>
            </a:pPr>
            <a:r>
              <a:rPr lang="en-US" sz="1883">
                <a:solidFill>
                  <a:srgbClr val="1C2120"/>
                </a:solidFill>
                <a:latin typeface="Poppins"/>
                <a:ea typeface="Poppins"/>
                <a:cs typeface="Poppins"/>
                <a:sym typeface="Poppins"/>
              </a:rPr>
              <a:t>Management</a:t>
            </a:r>
          </a:p>
        </p:txBody>
      </p:sp>
      <p:sp>
        <p:nvSpPr>
          <p:cNvPr name="TextBox 27" id="27"/>
          <p:cNvSpPr txBox="true"/>
          <p:nvPr/>
        </p:nvSpPr>
        <p:spPr>
          <a:xfrm rot="0">
            <a:off x="13489830" y="7778025"/>
            <a:ext cx="3658314" cy="935906"/>
          </a:xfrm>
          <a:prstGeom prst="rect">
            <a:avLst/>
          </a:prstGeom>
        </p:spPr>
        <p:txBody>
          <a:bodyPr anchor="t" rtlCol="false" tIns="0" lIns="0" bIns="0" rIns="0">
            <a:spAutoFit/>
          </a:bodyPr>
          <a:lstStyle/>
          <a:p>
            <a:pPr algn="l" marL="0" indent="0" lvl="0">
              <a:lnSpc>
                <a:spcPts val="2541"/>
              </a:lnSpc>
              <a:spcBef>
                <a:spcPct val="0"/>
              </a:spcBef>
            </a:pPr>
            <a:r>
              <a:rPr lang="en-US" sz="1882" spc="112" u="none">
                <a:solidFill>
                  <a:srgbClr val="000000"/>
                </a:solidFill>
                <a:latin typeface="DM Sans"/>
                <a:ea typeface="DM Sans"/>
                <a:cs typeface="DM Sans"/>
                <a:sym typeface="DM Sans"/>
              </a:rPr>
              <a:t>Lorem ipsum dolor sit amet, consectetur adipiscing elit, sed do eiusmod tempor </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558798" y="2697161"/>
            <a:ext cx="4892678" cy="4892678"/>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l="-31222" t="0" r="-69951" b="0"/>
              </a:stretch>
            </a:blipFill>
          </p:spPr>
        </p:sp>
      </p:grpSp>
      <p:grpSp>
        <p:nvGrpSpPr>
          <p:cNvPr name="Group 4" id="4"/>
          <p:cNvGrpSpPr/>
          <p:nvPr/>
        </p:nvGrpSpPr>
        <p:grpSpPr>
          <a:xfrm rot="0">
            <a:off x="12796261" y="1028700"/>
            <a:ext cx="1463216" cy="1463216"/>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AD7D4"/>
            </a:solidFill>
          </p:spPr>
        </p:sp>
        <p:sp>
          <p:nvSpPr>
            <p:cNvPr name="TextBox 6" id="6"/>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grpSp>
        <p:nvGrpSpPr>
          <p:cNvPr name="Group 7" id="7"/>
          <p:cNvGrpSpPr/>
          <p:nvPr/>
        </p:nvGrpSpPr>
        <p:grpSpPr>
          <a:xfrm rot="0">
            <a:off x="15567318" y="2697161"/>
            <a:ext cx="1463216" cy="1463216"/>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AD7D4"/>
            </a:solidFill>
          </p:spPr>
        </p:sp>
        <p:sp>
          <p:nvSpPr>
            <p:cNvPr name="TextBox 9" id="9"/>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grpSp>
        <p:nvGrpSpPr>
          <p:cNvPr name="Group 10" id="10"/>
          <p:cNvGrpSpPr/>
          <p:nvPr/>
        </p:nvGrpSpPr>
        <p:grpSpPr>
          <a:xfrm rot="0">
            <a:off x="15567318" y="5927221"/>
            <a:ext cx="1463216" cy="1463216"/>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AD7D4"/>
            </a:solidFill>
          </p:spPr>
        </p:sp>
        <p:sp>
          <p:nvSpPr>
            <p:cNvPr name="TextBox 12" id="12"/>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grpSp>
        <p:nvGrpSpPr>
          <p:cNvPr name="Group 13" id="13"/>
          <p:cNvGrpSpPr/>
          <p:nvPr/>
        </p:nvGrpSpPr>
        <p:grpSpPr>
          <a:xfrm rot="0">
            <a:off x="10028119" y="1639405"/>
            <a:ext cx="1463216" cy="1463216"/>
            <a:chOff x="0" y="0"/>
            <a:chExt cx="812800" cy="812800"/>
          </a:xfrm>
        </p:grpSpPr>
        <p:sp>
          <p:nvSpPr>
            <p:cNvPr name="Freeform 14" id="1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AD7D4"/>
            </a:solidFill>
          </p:spPr>
        </p:sp>
        <p:sp>
          <p:nvSpPr>
            <p:cNvPr name="TextBox 15" id="15"/>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sp>
        <p:nvSpPr>
          <p:cNvPr name="Freeform 16" id="16"/>
          <p:cNvSpPr/>
          <p:nvPr/>
        </p:nvSpPr>
        <p:spPr>
          <a:xfrm flipH="false" flipV="false" rot="0">
            <a:off x="10388852" y="2066895"/>
            <a:ext cx="741751" cy="608236"/>
          </a:xfrm>
          <a:custGeom>
            <a:avLst/>
            <a:gdLst/>
            <a:ahLst/>
            <a:cxnLst/>
            <a:rect r="r" b="b" t="t" l="l"/>
            <a:pathLst>
              <a:path h="608236" w="741751">
                <a:moveTo>
                  <a:pt x="0" y="0"/>
                </a:moveTo>
                <a:lnTo>
                  <a:pt x="741751" y="0"/>
                </a:lnTo>
                <a:lnTo>
                  <a:pt x="741751" y="608236"/>
                </a:lnTo>
                <a:lnTo>
                  <a:pt x="0" y="60823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7" id="17"/>
          <p:cNvSpPr/>
          <p:nvPr/>
        </p:nvSpPr>
        <p:spPr>
          <a:xfrm flipH="false" flipV="false" rot="0">
            <a:off x="13175910" y="1332986"/>
            <a:ext cx="703917" cy="854645"/>
          </a:xfrm>
          <a:custGeom>
            <a:avLst/>
            <a:gdLst/>
            <a:ahLst/>
            <a:cxnLst/>
            <a:rect r="r" b="b" t="t" l="l"/>
            <a:pathLst>
              <a:path h="854645" w="703917">
                <a:moveTo>
                  <a:pt x="0" y="0"/>
                </a:moveTo>
                <a:lnTo>
                  <a:pt x="703917" y="0"/>
                </a:lnTo>
                <a:lnTo>
                  <a:pt x="703917" y="854645"/>
                </a:lnTo>
                <a:lnTo>
                  <a:pt x="0" y="85464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8" id="18"/>
          <p:cNvSpPr/>
          <p:nvPr/>
        </p:nvSpPr>
        <p:spPr>
          <a:xfrm flipH="false" flipV="false" rot="0">
            <a:off x="15804764" y="3102622"/>
            <a:ext cx="988326" cy="652295"/>
          </a:xfrm>
          <a:custGeom>
            <a:avLst/>
            <a:gdLst/>
            <a:ahLst/>
            <a:cxnLst/>
            <a:rect r="r" b="b" t="t" l="l"/>
            <a:pathLst>
              <a:path h="652295" w="988326">
                <a:moveTo>
                  <a:pt x="0" y="0"/>
                </a:moveTo>
                <a:lnTo>
                  <a:pt x="988326" y="0"/>
                </a:lnTo>
                <a:lnTo>
                  <a:pt x="988326" y="652295"/>
                </a:lnTo>
                <a:lnTo>
                  <a:pt x="0" y="65229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9" id="19"/>
          <p:cNvSpPr/>
          <p:nvPr/>
        </p:nvSpPr>
        <p:spPr>
          <a:xfrm flipH="false" flipV="false" rot="0">
            <a:off x="15875201" y="6240496"/>
            <a:ext cx="847451" cy="836665"/>
          </a:xfrm>
          <a:custGeom>
            <a:avLst/>
            <a:gdLst/>
            <a:ahLst/>
            <a:cxnLst/>
            <a:rect r="r" b="b" t="t" l="l"/>
            <a:pathLst>
              <a:path h="836665" w="847451">
                <a:moveTo>
                  <a:pt x="0" y="0"/>
                </a:moveTo>
                <a:lnTo>
                  <a:pt x="847451" y="0"/>
                </a:lnTo>
                <a:lnTo>
                  <a:pt x="847451" y="836665"/>
                </a:lnTo>
                <a:lnTo>
                  <a:pt x="0" y="836665"/>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20" id="20"/>
          <p:cNvSpPr txBox="true"/>
          <p:nvPr/>
        </p:nvSpPr>
        <p:spPr>
          <a:xfrm rot="0">
            <a:off x="1142385" y="3654843"/>
            <a:ext cx="8537476" cy="1322116"/>
          </a:xfrm>
          <a:prstGeom prst="rect">
            <a:avLst/>
          </a:prstGeom>
        </p:spPr>
        <p:txBody>
          <a:bodyPr anchor="t" rtlCol="false" tIns="0" lIns="0" bIns="0" rIns="0">
            <a:spAutoFit/>
          </a:bodyPr>
          <a:lstStyle/>
          <a:p>
            <a:pPr algn="l">
              <a:lnSpc>
                <a:spcPts val="9658"/>
              </a:lnSpc>
            </a:pPr>
            <a:r>
              <a:rPr lang="en-US" sz="8472" b="true">
                <a:solidFill>
                  <a:srgbClr val="1C2120"/>
                </a:solidFill>
                <a:latin typeface="Poppins Bold"/>
                <a:ea typeface="Poppins Bold"/>
                <a:cs typeface="Poppins Bold"/>
                <a:sym typeface="Poppins Bold"/>
              </a:rPr>
              <a:t>Our Process</a:t>
            </a:r>
          </a:p>
        </p:txBody>
      </p:sp>
      <p:sp>
        <p:nvSpPr>
          <p:cNvPr name="TextBox 21" id="21"/>
          <p:cNvSpPr txBox="true"/>
          <p:nvPr/>
        </p:nvSpPr>
        <p:spPr>
          <a:xfrm rot="0">
            <a:off x="1244800" y="5510359"/>
            <a:ext cx="6613419" cy="1561904"/>
          </a:xfrm>
          <a:prstGeom prst="rect">
            <a:avLst/>
          </a:prstGeom>
        </p:spPr>
        <p:txBody>
          <a:bodyPr anchor="t" rtlCol="false" tIns="0" lIns="0" bIns="0" rIns="0">
            <a:spAutoFit/>
          </a:bodyPr>
          <a:lstStyle/>
          <a:p>
            <a:pPr algn="l" marL="0" indent="0" lvl="0">
              <a:lnSpc>
                <a:spcPts val="2541"/>
              </a:lnSpc>
              <a:spcBef>
                <a:spcPct val="0"/>
              </a:spcBef>
            </a:pPr>
            <a:r>
              <a:rPr lang="en-US" sz="1882" spc="112" u="none">
                <a:solidFill>
                  <a:srgbClr val="000000"/>
                </a:solidFill>
                <a:latin typeface="DM Sans"/>
                <a:ea typeface="DM Sans"/>
                <a:cs typeface="DM Sans"/>
                <a:sym typeface="DM Sans"/>
              </a:rPr>
              <a:t>Lorem ipsum dolor sit amet, consectetur adipiscing elit, sed do eiusmod tempor incididunt ut labore et dolore magna aliqua. Ut enim ad minim veniam, quis nostrud exercitation ullamco laboris nisi ut aliquip ex ea commodo consequat.</a:t>
            </a:r>
          </a:p>
        </p:txBody>
      </p:sp>
      <p:grpSp>
        <p:nvGrpSpPr>
          <p:cNvPr name="Group 22" id="22"/>
          <p:cNvGrpSpPr/>
          <p:nvPr/>
        </p:nvGrpSpPr>
        <p:grpSpPr>
          <a:xfrm rot="0">
            <a:off x="1244800" y="7505953"/>
            <a:ext cx="4845334" cy="582575"/>
            <a:chOff x="0" y="0"/>
            <a:chExt cx="1276137" cy="153435"/>
          </a:xfrm>
        </p:grpSpPr>
        <p:sp>
          <p:nvSpPr>
            <p:cNvPr name="Freeform 23" id="23"/>
            <p:cNvSpPr/>
            <p:nvPr/>
          </p:nvSpPr>
          <p:spPr>
            <a:xfrm flipH="false" flipV="false" rot="0">
              <a:off x="0" y="0"/>
              <a:ext cx="1276137" cy="153435"/>
            </a:xfrm>
            <a:custGeom>
              <a:avLst/>
              <a:gdLst/>
              <a:ahLst/>
              <a:cxnLst/>
              <a:rect r="r" b="b" t="t" l="l"/>
              <a:pathLst>
                <a:path h="153435" w="1276137">
                  <a:moveTo>
                    <a:pt x="76718" y="0"/>
                  </a:moveTo>
                  <a:lnTo>
                    <a:pt x="1199420" y="0"/>
                  </a:lnTo>
                  <a:cubicBezTo>
                    <a:pt x="1219767" y="0"/>
                    <a:pt x="1239280" y="8083"/>
                    <a:pt x="1253667" y="22470"/>
                  </a:cubicBezTo>
                  <a:cubicBezTo>
                    <a:pt x="1268055" y="36857"/>
                    <a:pt x="1276137" y="56371"/>
                    <a:pt x="1276137" y="76718"/>
                  </a:cubicBezTo>
                  <a:lnTo>
                    <a:pt x="1276137" y="76718"/>
                  </a:lnTo>
                  <a:cubicBezTo>
                    <a:pt x="1276137" y="97064"/>
                    <a:pt x="1268055" y="116578"/>
                    <a:pt x="1253667" y="130965"/>
                  </a:cubicBezTo>
                  <a:cubicBezTo>
                    <a:pt x="1239280" y="145353"/>
                    <a:pt x="1219767" y="153435"/>
                    <a:pt x="1199420" y="153435"/>
                  </a:cubicBezTo>
                  <a:lnTo>
                    <a:pt x="76718" y="153435"/>
                  </a:lnTo>
                  <a:cubicBezTo>
                    <a:pt x="56371" y="153435"/>
                    <a:pt x="36857" y="145353"/>
                    <a:pt x="22470" y="130965"/>
                  </a:cubicBezTo>
                  <a:cubicBezTo>
                    <a:pt x="8083" y="116578"/>
                    <a:pt x="0" y="97064"/>
                    <a:pt x="0" y="76718"/>
                  </a:cubicBezTo>
                  <a:lnTo>
                    <a:pt x="0" y="76718"/>
                  </a:lnTo>
                  <a:cubicBezTo>
                    <a:pt x="0" y="56371"/>
                    <a:pt x="8083" y="36857"/>
                    <a:pt x="22470" y="22470"/>
                  </a:cubicBezTo>
                  <a:cubicBezTo>
                    <a:pt x="36857" y="8083"/>
                    <a:pt x="56371" y="0"/>
                    <a:pt x="76718" y="0"/>
                  </a:cubicBezTo>
                  <a:close/>
                </a:path>
              </a:pathLst>
            </a:custGeom>
            <a:solidFill>
              <a:srgbClr val="AAD7D4"/>
            </a:solidFill>
          </p:spPr>
        </p:sp>
        <p:sp>
          <p:nvSpPr>
            <p:cNvPr name="TextBox 24" id="24"/>
            <p:cNvSpPr txBox="true"/>
            <p:nvPr/>
          </p:nvSpPr>
          <p:spPr>
            <a:xfrm>
              <a:off x="0" y="-38100"/>
              <a:ext cx="1276137" cy="191535"/>
            </a:xfrm>
            <a:prstGeom prst="rect">
              <a:avLst/>
            </a:prstGeom>
          </p:spPr>
          <p:txBody>
            <a:bodyPr anchor="ctr" rtlCol="false" tIns="50800" lIns="50800" bIns="50800" rIns="50800"/>
            <a:lstStyle/>
            <a:p>
              <a:pPr algn="ctr">
                <a:lnSpc>
                  <a:spcPts val="2659"/>
                </a:lnSpc>
              </a:pPr>
            </a:p>
          </p:txBody>
        </p:sp>
      </p:grpSp>
      <p:sp>
        <p:nvSpPr>
          <p:cNvPr name="TextBox 25" id="25"/>
          <p:cNvSpPr txBox="true"/>
          <p:nvPr/>
        </p:nvSpPr>
        <p:spPr>
          <a:xfrm rot="0">
            <a:off x="2186239" y="7642453"/>
            <a:ext cx="3007705" cy="319099"/>
          </a:xfrm>
          <a:prstGeom prst="rect">
            <a:avLst/>
          </a:prstGeom>
        </p:spPr>
        <p:txBody>
          <a:bodyPr anchor="t" rtlCol="false" tIns="0" lIns="0" bIns="0" rIns="0">
            <a:spAutoFit/>
          </a:bodyPr>
          <a:lstStyle/>
          <a:p>
            <a:pPr algn="ctr">
              <a:lnSpc>
                <a:spcPts val="2365"/>
              </a:lnSpc>
            </a:pPr>
            <a:r>
              <a:rPr lang="en-US" sz="2190">
                <a:solidFill>
                  <a:srgbClr val="1C2120"/>
                </a:solidFill>
                <a:latin typeface="Poppins"/>
                <a:ea typeface="Poppins"/>
                <a:cs typeface="Poppins"/>
                <a:sym typeface="Poppins"/>
              </a:rPr>
              <a:t>Exploring creativity</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2336740" y="2932889"/>
            <a:ext cx="3443373" cy="5819980"/>
            <a:chOff x="0" y="0"/>
            <a:chExt cx="612460" cy="1035178"/>
          </a:xfrm>
        </p:grpSpPr>
        <p:sp>
          <p:nvSpPr>
            <p:cNvPr name="Freeform 3" id="3"/>
            <p:cNvSpPr/>
            <p:nvPr/>
          </p:nvSpPr>
          <p:spPr>
            <a:xfrm flipH="false" flipV="false" rot="0">
              <a:off x="0" y="0"/>
              <a:ext cx="612460" cy="1035178"/>
            </a:xfrm>
            <a:custGeom>
              <a:avLst/>
              <a:gdLst/>
              <a:ahLst/>
              <a:cxnLst/>
              <a:rect r="r" b="b" t="t" l="l"/>
              <a:pathLst>
                <a:path h="1035178" w="612460">
                  <a:moveTo>
                    <a:pt x="0" y="0"/>
                  </a:moveTo>
                  <a:lnTo>
                    <a:pt x="612460" y="0"/>
                  </a:lnTo>
                  <a:lnTo>
                    <a:pt x="612460" y="1035178"/>
                  </a:lnTo>
                  <a:lnTo>
                    <a:pt x="0" y="1035178"/>
                  </a:lnTo>
                  <a:close/>
                </a:path>
              </a:pathLst>
            </a:custGeom>
            <a:blipFill>
              <a:blip r:embed="rId2"/>
              <a:stretch>
                <a:fillRect l="-9171" t="0" r="-4705" b="0"/>
              </a:stretch>
            </a:blipFill>
          </p:spPr>
        </p:sp>
      </p:grpSp>
      <p:grpSp>
        <p:nvGrpSpPr>
          <p:cNvPr name="Group 4" id="4"/>
          <p:cNvGrpSpPr/>
          <p:nvPr/>
        </p:nvGrpSpPr>
        <p:grpSpPr>
          <a:xfrm rot="0">
            <a:off x="5780113" y="2932889"/>
            <a:ext cx="3363887" cy="5819980"/>
            <a:chOff x="0" y="0"/>
            <a:chExt cx="1017147" cy="1759802"/>
          </a:xfrm>
        </p:grpSpPr>
        <p:sp>
          <p:nvSpPr>
            <p:cNvPr name="Freeform 5" id="5"/>
            <p:cNvSpPr/>
            <p:nvPr/>
          </p:nvSpPr>
          <p:spPr>
            <a:xfrm flipH="false" flipV="false" rot="0">
              <a:off x="0" y="0"/>
              <a:ext cx="1017147" cy="1759802"/>
            </a:xfrm>
            <a:custGeom>
              <a:avLst/>
              <a:gdLst/>
              <a:ahLst/>
              <a:cxnLst/>
              <a:rect r="r" b="b" t="t" l="l"/>
              <a:pathLst>
                <a:path h="1759802" w="1017147">
                  <a:moveTo>
                    <a:pt x="0" y="0"/>
                  </a:moveTo>
                  <a:lnTo>
                    <a:pt x="1017147" y="0"/>
                  </a:lnTo>
                  <a:lnTo>
                    <a:pt x="1017147" y="1759802"/>
                  </a:lnTo>
                  <a:lnTo>
                    <a:pt x="0" y="1759802"/>
                  </a:lnTo>
                  <a:close/>
                </a:path>
              </a:pathLst>
            </a:custGeom>
            <a:solidFill>
              <a:srgbClr val="AAD7D4"/>
            </a:solidFill>
          </p:spPr>
        </p:sp>
        <p:sp>
          <p:nvSpPr>
            <p:cNvPr name="TextBox 6" id="6"/>
            <p:cNvSpPr txBox="true"/>
            <p:nvPr/>
          </p:nvSpPr>
          <p:spPr>
            <a:xfrm>
              <a:off x="0" y="-38100"/>
              <a:ext cx="1017147" cy="1797902"/>
            </a:xfrm>
            <a:prstGeom prst="rect">
              <a:avLst/>
            </a:prstGeom>
          </p:spPr>
          <p:txBody>
            <a:bodyPr anchor="ctr" rtlCol="false" tIns="50800" lIns="50800" bIns="50800" rIns="50800"/>
            <a:lstStyle/>
            <a:p>
              <a:pPr algn="ctr">
                <a:lnSpc>
                  <a:spcPts val="2659"/>
                </a:lnSpc>
              </a:pPr>
            </a:p>
          </p:txBody>
        </p:sp>
      </p:grpSp>
      <p:grpSp>
        <p:nvGrpSpPr>
          <p:cNvPr name="Group 7" id="7"/>
          <p:cNvGrpSpPr/>
          <p:nvPr/>
        </p:nvGrpSpPr>
        <p:grpSpPr>
          <a:xfrm rot="0">
            <a:off x="9144000" y="2932889"/>
            <a:ext cx="3443373" cy="5819980"/>
            <a:chOff x="0" y="0"/>
            <a:chExt cx="612460" cy="1035178"/>
          </a:xfrm>
        </p:grpSpPr>
        <p:sp>
          <p:nvSpPr>
            <p:cNvPr name="Freeform 8" id="8"/>
            <p:cNvSpPr/>
            <p:nvPr/>
          </p:nvSpPr>
          <p:spPr>
            <a:xfrm flipH="false" flipV="false" rot="0">
              <a:off x="0" y="0"/>
              <a:ext cx="612460" cy="1035178"/>
            </a:xfrm>
            <a:custGeom>
              <a:avLst/>
              <a:gdLst/>
              <a:ahLst/>
              <a:cxnLst/>
              <a:rect r="r" b="b" t="t" l="l"/>
              <a:pathLst>
                <a:path h="1035178" w="612460">
                  <a:moveTo>
                    <a:pt x="0" y="0"/>
                  </a:moveTo>
                  <a:lnTo>
                    <a:pt x="612460" y="0"/>
                  </a:lnTo>
                  <a:lnTo>
                    <a:pt x="612460" y="1035178"/>
                  </a:lnTo>
                  <a:lnTo>
                    <a:pt x="0" y="1035178"/>
                  </a:lnTo>
                  <a:close/>
                </a:path>
              </a:pathLst>
            </a:custGeom>
            <a:blipFill>
              <a:blip r:embed="rId3"/>
              <a:stretch>
                <a:fillRect l="-6304" t="0" r="-6304" b="0"/>
              </a:stretch>
            </a:blipFill>
          </p:spPr>
        </p:sp>
      </p:grpSp>
      <p:grpSp>
        <p:nvGrpSpPr>
          <p:cNvPr name="Group 9" id="9"/>
          <p:cNvGrpSpPr/>
          <p:nvPr/>
        </p:nvGrpSpPr>
        <p:grpSpPr>
          <a:xfrm rot="0">
            <a:off x="12587373" y="2932889"/>
            <a:ext cx="3363887" cy="5819980"/>
            <a:chOff x="0" y="0"/>
            <a:chExt cx="1017147" cy="1759802"/>
          </a:xfrm>
        </p:grpSpPr>
        <p:sp>
          <p:nvSpPr>
            <p:cNvPr name="Freeform 10" id="10"/>
            <p:cNvSpPr/>
            <p:nvPr/>
          </p:nvSpPr>
          <p:spPr>
            <a:xfrm flipH="false" flipV="false" rot="0">
              <a:off x="0" y="0"/>
              <a:ext cx="1017147" cy="1759802"/>
            </a:xfrm>
            <a:custGeom>
              <a:avLst/>
              <a:gdLst/>
              <a:ahLst/>
              <a:cxnLst/>
              <a:rect r="r" b="b" t="t" l="l"/>
              <a:pathLst>
                <a:path h="1759802" w="1017147">
                  <a:moveTo>
                    <a:pt x="0" y="0"/>
                  </a:moveTo>
                  <a:lnTo>
                    <a:pt x="1017147" y="0"/>
                  </a:lnTo>
                  <a:lnTo>
                    <a:pt x="1017147" y="1759802"/>
                  </a:lnTo>
                  <a:lnTo>
                    <a:pt x="0" y="1759802"/>
                  </a:lnTo>
                  <a:close/>
                </a:path>
              </a:pathLst>
            </a:custGeom>
            <a:solidFill>
              <a:srgbClr val="AAD7D4"/>
            </a:solidFill>
          </p:spPr>
        </p:sp>
        <p:sp>
          <p:nvSpPr>
            <p:cNvPr name="TextBox 11" id="11"/>
            <p:cNvSpPr txBox="true"/>
            <p:nvPr/>
          </p:nvSpPr>
          <p:spPr>
            <a:xfrm>
              <a:off x="0" y="-38100"/>
              <a:ext cx="1017147" cy="1797902"/>
            </a:xfrm>
            <a:prstGeom prst="rect">
              <a:avLst/>
            </a:prstGeom>
          </p:spPr>
          <p:txBody>
            <a:bodyPr anchor="ctr" rtlCol="false" tIns="50800" lIns="50800" bIns="50800" rIns="50800"/>
            <a:lstStyle/>
            <a:p>
              <a:pPr algn="ctr">
                <a:lnSpc>
                  <a:spcPts val="2659"/>
                </a:lnSpc>
              </a:pPr>
            </a:p>
          </p:txBody>
        </p:sp>
      </p:grpSp>
      <p:sp>
        <p:nvSpPr>
          <p:cNvPr name="Freeform 12" id="12"/>
          <p:cNvSpPr/>
          <p:nvPr/>
        </p:nvSpPr>
        <p:spPr>
          <a:xfrm flipH="false" flipV="false" rot="0">
            <a:off x="6168623" y="3983913"/>
            <a:ext cx="706138" cy="579034"/>
          </a:xfrm>
          <a:custGeom>
            <a:avLst/>
            <a:gdLst/>
            <a:ahLst/>
            <a:cxnLst/>
            <a:rect r="r" b="b" t="t" l="l"/>
            <a:pathLst>
              <a:path h="579034" w="706138">
                <a:moveTo>
                  <a:pt x="0" y="0"/>
                </a:moveTo>
                <a:lnTo>
                  <a:pt x="706139" y="0"/>
                </a:lnTo>
                <a:lnTo>
                  <a:pt x="706139" y="579033"/>
                </a:lnTo>
                <a:lnTo>
                  <a:pt x="0" y="57903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3" id="13"/>
          <p:cNvSpPr txBox="true"/>
          <p:nvPr/>
        </p:nvSpPr>
        <p:spPr>
          <a:xfrm rot="0">
            <a:off x="6168623" y="4944522"/>
            <a:ext cx="2492814" cy="903230"/>
          </a:xfrm>
          <a:prstGeom prst="rect">
            <a:avLst/>
          </a:prstGeom>
        </p:spPr>
        <p:txBody>
          <a:bodyPr anchor="t" rtlCol="false" tIns="0" lIns="0" bIns="0" rIns="0">
            <a:spAutoFit/>
          </a:bodyPr>
          <a:lstStyle/>
          <a:p>
            <a:pPr algn="just" marL="0" indent="0" lvl="0">
              <a:lnSpc>
                <a:spcPts val="1479"/>
              </a:lnSpc>
              <a:spcBef>
                <a:spcPct val="0"/>
              </a:spcBef>
            </a:pPr>
            <a:r>
              <a:rPr lang="en-US" sz="1096" spc="17" u="none">
                <a:solidFill>
                  <a:srgbClr val="1C2120"/>
                </a:solidFill>
                <a:latin typeface="DM Sans"/>
                <a:ea typeface="DM Sans"/>
                <a:cs typeface="DM Sans"/>
                <a:sym typeface="DM Sans"/>
              </a:rPr>
              <a:t>Lorem ipsum dolor sit amet, consectetur adipiscing elit, sed do eiusmod tempor incididunt ut labore et dolore magna aliqua. Ut enim ad minim veniam</a:t>
            </a:r>
          </a:p>
        </p:txBody>
      </p:sp>
      <p:sp>
        <p:nvSpPr>
          <p:cNvPr name="TextBox 14" id="14"/>
          <p:cNvSpPr txBox="true"/>
          <p:nvPr/>
        </p:nvSpPr>
        <p:spPr>
          <a:xfrm rot="0">
            <a:off x="6168623" y="4700431"/>
            <a:ext cx="2408376" cy="255334"/>
          </a:xfrm>
          <a:prstGeom prst="rect">
            <a:avLst/>
          </a:prstGeom>
        </p:spPr>
        <p:txBody>
          <a:bodyPr anchor="t" rtlCol="false" tIns="0" lIns="0" bIns="0" rIns="0">
            <a:spAutoFit/>
          </a:bodyPr>
          <a:lstStyle/>
          <a:p>
            <a:pPr algn="l">
              <a:lnSpc>
                <a:spcPts val="1894"/>
              </a:lnSpc>
            </a:pPr>
            <a:r>
              <a:rPr lang="en-US" sz="1754" b="true">
                <a:solidFill>
                  <a:srgbClr val="1C2120"/>
                </a:solidFill>
                <a:latin typeface="Poppins Bold"/>
                <a:ea typeface="Poppins Bold"/>
                <a:cs typeface="Poppins Bold"/>
                <a:sym typeface="Poppins Bold"/>
              </a:rPr>
              <a:t>Exploring creativity</a:t>
            </a:r>
          </a:p>
        </p:txBody>
      </p:sp>
      <p:sp>
        <p:nvSpPr>
          <p:cNvPr name="Freeform 15" id="15"/>
          <p:cNvSpPr/>
          <p:nvPr/>
        </p:nvSpPr>
        <p:spPr>
          <a:xfrm flipH="false" flipV="false" rot="0">
            <a:off x="6168623" y="6263881"/>
            <a:ext cx="787259" cy="519591"/>
          </a:xfrm>
          <a:custGeom>
            <a:avLst/>
            <a:gdLst/>
            <a:ahLst/>
            <a:cxnLst/>
            <a:rect r="r" b="b" t="t" l="l"/>
            <a:pathLst>
              <a:path h="519591" w="787259">
                <a:moveTo>
                  <a:pt x="0" y="0"/>
                </a:moveTo>
                <a:lnTo>
                  <a:pt x="787260" y="0"/>
                </a:lnTo>
                <a:lnTo>
                  <a:pt x="787260" y="519591"/>
                </a:lnTo>
                <a:lnTo>
                  <a:pt x="0" y="5195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6" id="16"/>
          <p:cNvSpPr txBox="true"/>
          <p:nvPr/>
        </p:nvSpPr>
        <p:spPr>
          <a:xfrm rot="0">
            <a:off x="6168623" y="7198837"/>
            <a:ext cx="2492814" cy="903230"/>
          </a:xfrm>
          <a:prstGeom prst="rect">
            <a:avLst/>
          </a:prstGeom>
        </p:spPr>
        <p:txBody>
          <a:bodyPr anchor="t" rtlCol="false" tIns="0" lIns="0" bIns="0" rIns="0">
            <a:spAutoFit/>
          </a:bodyPr>
          <a:lstStyle/>
          <a:p>
            <a:pPr algn="just" marL="0" indent="0" lvl="0">
              <a:lnSpc>
                <a:spcPts val="1479"/>
              </a:lnSpc>
              <a:spcBef>
                <a:spcPct val="0"/>
              </a:spcBef>
            </a:pPr>
            <a:r>
              <a:rPr lang="en-US" sz="1096" spc="17" u="none">
                <a:solidFill>
                  <a:srgbClr val="1C2120"/>
                </a:solidFill>
                <a:latin typeface="DM Sans"/>
                <a:ea typeface="DM Sans"/>
                <a:cs typeface="DM Sans"/>
                <a:sym typeface="DM Sans"/>
              </a:rPr>
              <a:t>Lorem ipsum dolor sit amet, consectetur adipiscing elit, sed do eiusmod tempor incididunt ut labore et dolore magna aliqua. Ut enim ad minim veniam</a:t>
            </a:r>
          </a:p>
        </p:txBody>
      </p:sp>
      <p:sp>
        <p:nvSpPr>
          <p:cNvPr name="TextBox 17" id="17"/>
          <p:cNvSpPr txBox="true"/>
          <p:nvPr/>
        </p:nvSpPr>
        <p:spPr>
          <a:xfrm rot="0">
            <a:off x="6168623" y="6954746"/>
            <a:ext cx="2408376" cy="255334"/>
          </a:xfrm>
          <a:prstGeom prst="rect">
            <a:avLst/>
          </a:prstGeom>
        </p:spPr>
        <p:txBody>
          <a:bodyPr anchor="t" rtlCol="false" tIns="0" lIns="0" bIns="0" rIns="0">
            <a:spAutoFit/>
          </a:bodyPr>
          <a:lstStyle/>
          <a:p>
            <a:pPr algn="l">
              <a:lnSpc>
                <a:spcPts val="1894"/>
              </a:lnSpc>
            </a:pPr>
            <a:r>
              <a:rPr lang="en-US" sz="1754" b="true">
                <a:solidFill>
                  <a:srgbClr val="1C2120"/>
                </a:solidFill>
                <a:latin typeface="Poppins Bold"/>
                <a:ea typeface="Poppins Bold"/>
                <a:cs typeface="Poppins Bold"/>
                <a:sym typeface="Poppins Bold"/>
              </a:rPr>
              <a:t>Exploring creativity</a:t>
            </a:r>
          </a:p>
        </p:txBody>
      </p:sp>
      <p:sp>
        <p:nvSpPr>
          <p:cNvPr name="Freeform 18" id="18"/>
          <p:cNvSpPr/>
          <p:nvPr/>
        </p:nvSpPr>
        <p:spPr>
          <a:xfrm flipH="false" flipV="false" rot="0">
            <a:off x="12977898" y="3983913"/>
            <a:ext cx="706138" cy="579034"/>
          </a:xfrm>
          <a:custGeom>
            <a:avLst/>
            <a:gdLst/>
            <a:ahLst/>
            <a:cxnLst/>
            <a:rect r="r" b="b" t="t" l="l"/>
            <a:pathLst>
              <a:path h="579034" w="706138">
                <a:moveTo>
                  <a:pt x="0" y="0"/>
                </a:moveTo>
                <a:lnTo>
                  <a:pt x="706138" y="0"/>
                </a:lnTo>
                <a:lnTo>
                  <a:pt x="706138" y="579033"/>
                </a:lnTo>
                <a:lnTo>
                  <a:pt x="0" y="57903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9" id="19"/>
          <p:cNvSpPr txBox="true"/>
          <p:nvPr/>
        </p:nvSpPr>
        <p:spPr>
          <a:xfrm rot="0">
            <a:off x="12977898" y="4944522"/>
            <a:ext cx="2492814" cy="903230"/>
          </a:xfrm>
          <a:prstGeom prst="rect">
            <a:avLst/>
          </a:prstGeom>
        </p:spPr>
        <p:txBody>
          <a:bodyPr anchor="t" rtlCol="false" tIns="0" lIns="0" bIns="0" rIns="0">
            <a:spAutoFit/>
          </a:bodyPr>
          <a:lstStyle/>
          <a:p>
            <a:pPr algn="just" marL="0" indent="0" lvl="0">
              <a:lnSpc>
                <a:spcPts val="1479"/>
              </a:lnSpc>
              <a:spcBef>
                <a:spcPct val="0"/>
              </a:spcBef>
            </a:pPr>
            <a:r>
              <a:rPr lang="en-US" sz="1096" spc="17" u="none">
                <a:solidFill>
                  <a:srgbClr val="1C2120"/>
                </a:solidFill>
                <a:latin typeface="DM Sans"/>
                <a:ea typeface="DM Sans"/>
                <a:cs typeface="DM Sans"/>
                <a:sym typeface="DM Sans"/>
              </a:rPr>
              <a:t>Lorem ipsum dolor sit amet, consectetur adipiscing elit, sed do eiusmod tempor incididunt ut labore et dolore magna aliqua. Ut enim ad minim veniam</a:t>
            </a:r>
          </a:p>
        </p:txBody>
      </p:sp>
      <p:sp>
        <p:nvSpPr>
          <p:cNvPr name="TextBox 20" id="20"/>
          <p:cNvSpPr txBox="true"/>
          <p:nvPr/>
        </p:nvSpPr>
        <p:spPr>
          <a:xfrm rot="0">
            <a:off x="12977898" y="4700431"/>
            <a:ext cx="2408376" cy="255334"/>
          </a:xfrm>
          <a:prstGeom prst="rect">
            <a:avLst/>
          </a:prstGeom>
        </p:spPr>
        <p:txBody>
          <a:bodyPr anchor="t" rtlCol="false" tIns="0" lIns="0" bIns="0" rIns="0">
            <a:spAutoFit/>
          </a:bodyPr>
          <a:lstStyle/>
          <a:p>
            <a:pPr algn="l">
              <a:lnSpc>
                <a:spcPts val="1894"/>
              </a:lnSpc>
            </a:pPr>
            <a:r>
              <a:rPr lang="en-US" sz="1754" b="true">
                <a:solidFill>
                  <a:srgbClr val="1C2120"/>
                </a:solidFill>
                <a:latin typeface="Poppins Bold"/>
                <a:ea typeface="Poppins Bold"/>
                <a:cs typeface="Poppins Bold"/>
                <a:sym typeface="Poppins Bold"/>
              </a:rPr>
              <a:t>Exploring creativity</a:t>
            </a:r>
          </a:p>
        </p:txBody>
      </p:sp>
      <p:sp>
        <p:nvSpPr>
          <p:cNvPr name="Freeform 21" id="21"/>
          <p:cNvSpPr/>
          <p:nvPr/>
        </p:nvSpPr>
        <p:spPr>
          <a:xfrm flipH="false" flipV="false" rot="0">
            <a:off x="12977898" y="6263881"/>
            <a:ext cx="787259" cy="519591"/>
          </a:xfrm>
          <a:custGeom>
            <a:avLst/>
            <a:gdLst/>
            <a:ahLst/>
            <a:cxnLst/>
            <a:rect r="r" b="b" t="t" l="l"/>
            <a:pathLst>
              <a:path h="519591" w="787259">
                <a:moveTo>
                  <a:pt x="0" y="0"/>
                </a:moveTo>
                <a:lnTo>
                  <a:pt x="787259" y="0"/>
                </a:lnTo>
                <a:lnTo>
                  <a:pt x="787259" y="519591"/>
                </a:lnTo>
                <a:lnTo>
                  <a:pt x="0" y="5195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2" id="22"/>
          <p:cNvSpPr txBox="true"/>
          <p:nvPr/>
        </p:nvSpPr>
        <p:spPr>
          <a:xfrm rot="0">
            <a:off x="12977898" y="7198837"/>
            <a:ext cx="2492814" cy="903230"/>
          </a:xfrm>
          <a:prstGeom prst="rect">
            <a:avLst/>
          </a:prstGeom>
        </p:spPr>
        <p:txBody>
          <a:bodyPr anchor="t" rtlCol="false" tIns="0" lIns="0" bIns="0" rIns="0">
            <a:spAutoFit/>
          </a:bodyPr>
          <a:lstStyle/>
          <a:p>
            <a:pPr algn="just" marL="0" indent="0" lvl="0">
              <a:lnSpc>
                <a:spcPts val="1479"/>
              </a:lnSpc>
              <a:spcBef>
                <a:spcPct val="0"/>
              </a:spcBef>
            </a:pPr>
            <a:r>
              <a:rPr lang="en-US" sz="1096" spc="17" u="none">
                <a:solidFill>
                  <a:srgbClr val="1C2120"/>
                </a:solidFill>
                <a:latin typeface="DM Sans"/>
                <a:ea typeface="DM Sans"/>
                <a:cs typeface="DM Sans"/>
                <a:sym typeface="DM Sans"/>
              </a:rPr>
              <a:t>Lorem ipsum dolor sit amet, consectetur adipiscing elit, sed do eiusmod tempor incididunt ut labore et dolore magna aliqua. Ut enim ad minim veniam</a:t>
            </a:r>
          </a:p>
        </p:txBody>
      </p:sp>
      <p:sp>
        <p:nvSpPr>
          <p:cNvPr name="TextBox 23" id="23"/>
          <p:cNvSpPr txBox="true"/>
          <p:nvPr/>
        </p:nvSpPr>
        <p:spPr>
          <a:xfrm rot="0">
            <a:off x="12977898" y="6954746"/>
            <a:ext cx="2408376" cy="255334"/>
          </a:xfrm>
          <a:prstGeom prst="rect">
            <a:avLst/>
          </a:prstGeom>
        </p:spPr>
        <p:txBody>
          <a:bodyPr anchor="t" rtlCol="false" tIns="0" lIns="0" bIns="0" rIns="0">
            <a:spAutoFit/>
          </a:bodyPr>
          <a:lstStyle/>
          <a:p>
            <a:pPr algn="l">
              <a:lnSpc>
                <a:spcPts val="1894"/>
              </a:lnSpc>
            </a:pPr>
            <a:r>
              <a:rPr lang="en-US" sz="1754" b="true">
                <a:solidFill>
                  <a:srgbClr val="1C2120"/>
                </a:solidFill>
                <a:latin typeface="Poppins Bold"/>
                <a:ea typeface="Poppins Bold"/>
                <a:cs typeface="Poppins Bold"/>
                <a:sym typeface="Poppins Bold"/>
              </a:rPr>
              <a:t>Exploring creativity</a:t>
            </a:r>
          </a:p>
        </p:txBody>
      </p:sp>
      <p:sp>
        <p:nvSpPr>
          <p:cNvPr name="TextBox 24" id="24"/>
          <p:cNvSpPr txBox="true"/>
          <p:nvPr/>
        </p:nvSpPr>
        <p:spPr>
          <a:xfrm rot="0">
            <a:off x="4354896" y="1254733"/>
            <a:ext cx="9578208" cy="947826"/>
          </a:xfrm>
          <a:prstGeom prst="rect">
            <a:avLst/>
          </a:prstGeom>
        </p:spPr>
        <p:txBody>
          <a:bodyPr anchor="t" rtlCol="false" tIns="0" lIns="0" bIns="0" rIns="0">
            <a:spAutoFit/>
          </a:bodyPr>
          <a:lstStyle/>
          <a:p>
            <a:pPr algn="ctr">
              <a:lnSpc>
                <a:spcPts val="6596"/>
              </a:lnSpc>
            </a:pPr>
            <a:r>
              <a:rPr lang="en-US" b="true" sz="6800">
                <a:solidFill>
                  <a:srgbClr val="1C2120"/>
                </a:solidFill>
                <a:latin typeface="Poppins Bold"/>
                <a:ea typeface="Poppins Bold"/>
                <a:cs typeface="Poppins Bold"/>
                <a:sym typeface="Poppins Bold"/>
              </a:rPr>
              <a:t>Creation process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258865" y="2662714"/>
            <a:ext cx="6437409" cy="1081898"/>
          </a:xfrm>
          <a:prstGeom prst="rect">
            <a:avLst/>
          </a:prstGeom>
        </p:spPr>
        <p:txBody>
          <a:bodyPr anchor="t" rtlCol="false" tIns="0" lIns="0" bIns="0" rIns="0">
            <a:spAutoFit/>
          </a:bodyPr>
          <a:lstStyle/>
          <a:p>
            <a:pPr algn="l" marL="0" indent="0" lvl="1">
              <a:lnSpc>
                <a:spcPts val="7458"/>
              </a:lnSpc>
              <a:spcBef>
                <a:spcPct val="0"/>
              </a:spcBef>
            </a:pPr>
            <a:r>
              <a:rPr lang="en-US" b="true" sz="7689">
                <a:solidFill>
                  <a:srgbClr val="1C2120"/>
                </a:solidFill>
                <a:latin typeface="Poppins Bold"/>
                <a:ea typeface="Poppins Bold"/>
                <a:cs typeface="Poppins Bold"/>
                <a:sym typeface="Poppins Bold"/>
              </a:rPr>
              <a:t>Mind map</a:t>
            </a:r>
          </a:p>
        </p:txBody>
      </p:sp>
      <p:grpSp>
        <p:nvGrpSpPr>
          <p:cNvPr name="Group 3" id="3"/>
          <p:cNvGrpSpPr/>
          <p:nvPr/>
        </p:nvGrpSpPr>
        <p:grpSpPr>
          <a:xfrm rot="0">
            <a:off x="1258865" y="3968928"/>
            <a:ext cx="4026853" cy="606389"/>
            <a:chOff x="0" y="0"/>
            <a:chExt cx="1348022" cy="202994"/>
          </a:xfrm>
        </p:grpSpPr>
        <p:sp>
          <p:nvSpPr>
            <p:cNvPr name="Freeform 4" id="4"/>
            <p:cNvSpPr/>
            <p:nvPr/>
          </p:nvSpPr>
          <p:spPr>
            <a:xfrm flipH="false" flipV="false" rot="0">
              <a:off x="0" y="0"/>
              <a:ext cx="1348022" cy="202994"/>
            </a:xfrm>
            <a:custGeom>
              <a:avLst/>
              <a:gdLst/>
              <a:ahLst/>
              <a:cxnLst/>
              <a:rect r="r" b="b" t="t" l="l"/>
              <a:pathLst>
                <a:path h="202994" w="1348022">
                  <a:moveTo>
                    <a:pt x="96129" y="0"/>
                  </a:moveTo>
                  <a:lnTo>
                    <a:pt x="1251893" y="0"/>
                  </a:lnTo>
                  <a:cubicBezTo>
                    <a:pt x="1304984" y="0"/>
                    <a:pt x="1348022" y="43038"/>
                    <a:pt x="1348022" y="96129"/>
                  </a:cubicBezTo>
                  <a:lnTo>
                    <a:pt x="1348022" y="106865"/>
                  </a:lnTo>
                  <a:cubicBezTo>
                    <a:pt x="1348022" y="159955"/>
                    <a:pt x="1304984" y="202994"/>
                    <a:pt x="1251893" y="202994"/>
                  </a:cubicBezTo>
                  <a:lnTo>
                    <a:pt x="96129" y="202994"/>
                  </a:lnTo>
                  <a:cubicBezTo>
                    <a:pt x="43038" y="202994"/>
                    <a:pt x="0" y="159955"/>
                    <a:pt x="0" y="106865"/>
                  </a:cubicBezTo>
                  <a:lnTo>
                    <a:pt x="0" y="96129"/>
                  </a:lnTo>
                  <a:cubicBezTo>
                    <a:pt x="0" y="43038"/>
                    <a:pt x="43038" y="0"/>
                    <a:pt x="96129" y="0"/>
                  </a:cubicBezTo>
                  <a:close/>
                </a:path>
              </a:pathLst>
            </a:custGeom>
            <a:solidFill>
              <a:srgbClr val="AAD7D4"/>
            </a:solidFill>
          </p:spPr>
        </p:sp>
        <p:sp>
          <p:nvSpPr>
            <p:cNvPr name="TextBox 5" id="5"/>
            <p:cNvSpPr txBox="true"/>
            <p:nvPr/>
          </p:nvSpPr>
          <p:spPr>
            <a:xfrm>
              <a:off x="0" y="85725"/>
              <a:ext cx="1348022" cy="117269"/>
            </a:xfrm>
            <a:prstGeom prst="rect">
              <a:avLst/>
            </a:prstGeom>
          </p:spPr>
          <p:txBody>
            <a:bodyPr anchor="ctr" rtlCol="false" tIns="50800" lIns="50800" bIns="50800" rIns="50800"/>
            <a:lstStyle/>
            <a:p>
              <a:pPr algn="ctr">
                <a:lnSpc>
                  <a:spcPts val="1925"/>
                </a:lnSpc>
              </a:pPr>
            </a:p>
          </p:txBody>
        </p:sp>
      </p:grpSp>
      <p:sp>
        <p:nvSpPr>
          <p:cNvPr name="TextBox 6" id="6"/>
          <p:cNvSpPr txBox="true"/>
          <p:nvPr/>
        </p:nvSpPr>
        <p:spPr>
          <a:xfrm rot="0">
            <a:off x="1459197" y="4069717"/>
            <a:ext cx="3563270" cy="406109"/>
          </a:xfrm>
          <a:prstGeom prst="rect">
            <a:avLst/>
          </a:prstGeom>
        </p:spPr>
        <p:txBody>
          <a:bodyPr anchor="t" rtlCol="false" tIns="0" lIns="0" bIns="0" rIns="0">
            <a:spAutoFit/>
          </a:bodyPr>
          <a:lstStyle/>
          <a:p>
            <a:pPr algn="ctr">
              <a:lnSpc>
                <a:spcPts val="3132"/>
              </a:lnSpc>
            </a:pPr>
            <a:r>
              <a:rPr lang="en-US" sz="2900">
                <a:solidFill>
                  <a:srgbClr val="000000"/>
                </a:solidFill>
                <a:latin typeface="DM Sans"/>
                <a:ea typeface="DM Sans"/>
                <a:cs typeface="DM Sans"/>
                <a:sym typeface="DM Sans"/>
              </a:rPr>
              <a:t>Exploring creativity</a:t>
            </a:r>
          </a:p>
        </p:txBody>
      </p:sp>
      <p:sp>
        <p:nvSpPr>
          <p:cNvPr name="TextBox 7" id="7"/>
          <p:cNvSpPr txBox="true"/>
          <p:nvPr/>
        </p:nvSpPr>
        <p:spPr>
          <a:xfrm rot="0">
            <a:off x="1258865" y="4954676"/>
            <a:ext cx="6914101" cy="3014704"/>
          </a:xfrm>
          <a:prstGeom prst="rect">
            <a:avLst/>
          </a:prstGeom>
        </p:spPr>
        <p:txBody>
          <a:bodyPr anchor="t" rtlCol="false" tIns="0" lIns="0" bIns="0" rIns="0">
            <a:spAutoFit/>
          </a:bodyPr>
          <a:lstStyle/>
          <a:p>
            <a:pPr algn="l" marL="0" indent="0" lvl="0">
              <a:lnSpc>
                <a:spcPts val="2454"/>
              </a:lnSpc>
              <a:spcBef>
                <a:spcPct val="0"/>
              </a:spcBef>
            </a:pPr>
            <a:r>
              <a:rPr lang="en-US" sz="1817" spc="109" u="none">
                <a:solidFill>
                  <a:srgbClr val="000000"/>
                </a:solidFill>
                <a:latin typeface="DM Sans"/>
                <a:ea typeface="DM Sans"/>
                <a:cs typeface="DM Sans"/>
                <a:sym typeface="DM Sans"/>
              </a:rPr>
              <a:t>Lorem ipsum dolor sit amet, consectetur adipiscing elit, sed do eiusmod tempor incididunt ut labore et dolore magna aliqua. Ut enim ad minim veniam, quis nostrud exercitation ullamco laboris nisi ut aliquip ex ea commodo consequat.</a:t>
            </a:r>
          </a:p>
          <a:p>
            <a:pPr algn="l" marL="0" indent="0" lvl="0">
              <a:lnSpc>
                <a:spcPts val="2454"/>
              </a:lnSpc>
              <a:spcBef>
                <a:spcPct val="0"/>
              </a:spcBef>
            </a:pPr>
          </a:p>
          <a:p>
            <a:pPr algn="l" marL="0" indent="0" lvl="0">
              <a:lnSpc>
                <a:spcPts val="2454"/>
              </a:lnSpc>
              <a:spcBef>
                <a:spcPct val="0"/>
              </a:spcBef>
            </a:pPr>
            <a:r>
              <a:rPr lang="en-US" sz="1817" spc="109" u="none">
                <a:solidFill>
                  <a:srgbClr val="000000"/>
                </a:solidFill>
                <a:latin typeface="DM Sans"/>
                <a:ea typeface="DM Sans"/>
                <a:cs typeface="DM Sans"/>
                <a:sym typeface="DM Sans"/>
              </a:rPr>
              <a:t>Duis aute irure dolor in reprehenderit in voluptate velit esse cillum dolore eu fugiat nulla pariatur. Excepteur sint occaecat cupidatat non proident, sunt in culpa qui officia deserunt mollit anim id est laborum.</a:t>
            </a:r>
          </a:p>
        </p:txBody>
      </p:sp>
      <p:grpSp>
        <p:nvGrpSpPr>
          <p:cNvPr name="Group 8" id="8"/>
          <p:cNvGrpSpPr/>
          <p:nvPr/>
        </p:nvGrpSpPr>
        <p:grpSpPr>
          <a:xfrm rot="0">
            <a:off x="10175402" y="1600759"/>
            <a:ext cx="6830714" cy="2128485"/>
            <a:chOff x="0" y="0"/>
            <a:chExt cx="2286638" cy="712528"/>
          </a:xfrm>
        </p:grpSpPr>
        <p:sp>
          <p:nvSpPr>
            <p:cNvPr name="Freeform 9" id="9"/>
            <p:cNvSpPr/>
            <p:nvPr/>
          </p:nvSpPr>
          <p:spPr>
            <a:xfrm flipH="false" flipV="false" rot="0">
              <a:off x="0" y="0"/>
              <a:ext cx="2286638" cy="712528"/>
            </a:xfrm>
            <a:custGeom>
              <a:avLst/>
              <a:gdLst/>
              <a:ahLst/>
              <a:cxnLst/>
              <a:rect r="r" b="b" t="t" l="l"/>
              <a:pathLst>
                <a:path h="712528" w="2286638">
                  <a:moveTo>
                    <a:pt x="56670" y="0"/>
                  </a:moveTo>
                  <a:lnTo>
                    <a:pt x="2229968" y="0"/>
                  </a:lnTo>
                  <a:cubicBezTo>
                    <a:pt x="2261266" y="0"/>
                    <a:pt x="2286638" y="25372"/>
                    <a:pt x="2286638" y="56670"/>
                  </a:cubicBezTo>
                  <a:lnTo>
                    <a:pt x="2286638" y="655858"/>
                  </a:lnTo>
                  <a:cubicBezTo>
                    <a:pt x="2286638" y="670888"/>
                    <a:pt x="2280667" y="685302"/>
                    <a:pt x="2270040" y="695930"/>
                  </a:cubicBezTo>
                  <a:cubicBezTo>
                    <a:pt x="2259412" y="706557"/>
                    <a:pt x="2244998" y="712528"/>
                    <a:pt x="2229968" y="712528"/>
                  </a:cubicBezTo>
                  <a:lnTo>
                    <a:pt x="56670" y="712528"/>
                  </a:lnTo>
                  <a:cubicBezTo>
                    <a:pt x="25372" y="712528"/>
                    <a:pt x="0" y="687156"/>
                    <a:pt x="0" y="655858"/>
                  </a:cubicBezTo>
                  <a:lnTo>
                    <a:pt x="0" y="56670"/>
                  </a:lnTo>
                  <a:cubicBezTo>
                    <a:pt x="0" y="41640"/>
                    <a:pt x="5971" y="27226"/>
                    <a:pt x="16598" y="16598"/>
                  </a:cubicBezTo>
                  <a:cubicBezTo>
                    <a:pt x="27226" y="5971"/>
                    <a:pt x="41640" y="0"/>
                    <a:pt x="56670" y="0"/>
                  </a:cubicBezTo>
                  <a:close/>
                </a:path>
              </a:pathLst>
            </a:custGeom>
            <a:solidFill>
              <a:srgbClr val="AAD7D4"/>
            </a:solidFill>
          </p:spPr>
        </p:sp>
        <p:sp>
          <p:nvSpPr>
            <p:cNvPr name="TextBox 10" id="10"/>
            <p:cNvSpPr txBox="true"/>
            <p:nvPr/>
          </p:nvSpPr>
          <p:spPr>
            <a:xfrm>
              <a:off x="0" y="85725"/>
              <a:ext cx="2286638" cy="626803"/>
            </a:xfrm>
            <a:prstGeom prst="rect">
              <a:avLst/>
            </a:prstGeom>
          </p:spPr>
          <p:txBody>
            <a:bodyPr anchor="ctr" rtlCol="false" tIns="50800" lIns="50800" bIns="50800" rIns="50800"/>
            <a:lstStyle/>
            <a:p>
              <a:pPr algn="ctr">
                <a:lnSpc>
                  <a:spcPts val="1925"/>
                </a:lnSpc>
              </a:pPr>
            </a:p>
          </p:txBody>
        </p:sp>
      </p:grpSp>
      <p:sp>
        <p:nvSpPr>
          <p:cNvPr name="Freeform 11" id="11"/>
          <p:cNvSpPr/>
          <p:nvPr/>
        </p:nvSpPr>
        <p:spPr>
          <a:xfrm flipH="false" flipV="false" rot="0">
            <a:off x="10778069" y="2259157"/>
            <a:ext cx="1023822" cy="839534"/>
          </a:xfrm>
          <a:custGeom>
            <a:avLst/>
            <a:gdLst/>
            <a:ahLst/>
            <a:cxnLst/>
            <a:rect r="r" b="b" t="t" l="l"/>
            <a:pathLst>
              <a:path h="839534" w="1023822">
                <a:moveTo>
                  <a:pt x="0" y="0"/>
                </a:moveTo>
                <a:lnTo>
                  <a:pt x="1023822" y="0"/>
                </a:lnTo>
                <a:lnTo>
                  <a:pt x="1023822" y="839534"/>
                </a:lnTo>
                <a:lnTo>
                  <a:pt x="0" y="8395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2" id="12"/>
          <p:cNvGrpSpPr/>
          <p:nvPr/>
        </p:nvGrpSpPr>
        <p:grpSpPr>
          <a:xfrm rot="0">
            <a:off x="10175402" y="4137367"/>
            <a:ext cx="6830714" cy="2128485"/>
            <a:chOff x="0" y="0"/>
            <a:chExt cx="2286638" cy="712528"/>
          </a:xfrm>
        </p:grpSpPr>
        <p:sp>
          <p:nvSpPr>
            <p:cNvPr name="Freeform 13" id="13"/>
            <p:cNvSpPr/>
            <p:nvPr/>
          </p:nvSpPr>
          <p:spPr>
            <a:xfrm flipH="false" flipV="false" rot="0">
              <a:off x="0" y="0"/>
              <a:ext cx="2286638" cy="712528"/>
            </a:xfrm>
            <a:custGeom>
              <a:avLst/>
              <a:gdLst/>
              <a:ahLst/>
              <a:cxnLst/>
              <a:rect r="r" b="b" t="t" l="l"/>
              <a:pathLst>
                <a:path h="712528" w="2286638">
                  <a:moveTo>
                    <a:pt x="56670" y="0"/>
                  </a:moveTo>
                  <a:lnTo>
                    <a:pt x="2229968" y="0"/>
                  </a:lnTo>
                  <a:cubicBezTo>
                    <a:pt x="2261266" y="0"/>
                    <a:pt x="2286638" y="25372"/>
                    <a:pt x="2286638" y="56670"/>
                  </a:cubicBezTo>
                  <a:lnTo>
                    <a:pt x="2286638" y="655858"/>
                  </a:lnTo>
                  <a:cubicBezTo>
                    <a:pt x="2286638" y="670888"/>
                    <a:pt x="2280667" y="685302"/>
                    <a:pt x="2270040" y="695930"/>
                  </a:cubicBezTo>
                  <a:cubicBezTo>
                    <a:pt x="2259412" y="706557"/>
                    <a:pt x="2244998" y="712528"/>
                    <a:pt x="2229968" y="712528"/>
                  </a:cubicBezTo>
                  <a:lnTo>
                    <a:pt x="56670" y="712528"/>
                  </a:lnTo>
                  <a:cubicBezTo>
                    <a:pt x="25372" y="712528"/>
                    <a:pt x="0" y="687156"/>
                    <a:pt x="0" y="655858"/>
                  </a:cubicBezTo>
                  <a:lnTo>
                    <a:pt x="0" y="56670"/>
                  </a:lnTo>
                  <a:cubicBezTo>
                    <a:pt x="0" y="41640"/>
                    <a:pt x="5971" y="27226"/>
                    <a:pt x="16598" y="16598"/>
                  </a:cubicBezTo>
                  <a:cubicBezTo>
                    <a:pt x="27226" y="5971"/>
                    <a:pt x="41640" y="0"/>
                    <a:pt x="56670" y="0"/>
                  </a:cubicBezTo>
                  <a:close/>
                </a:path>
              </a:pathLst>
            </a:custGeom>
            <a:solidFill>
              <a:srgbClr val="AAD7D4"/>
            </a:solidFill>
          </p:spPr>
        </p:sp>
        <p:sp>
          <p:nvSpPr>
            <p:cNvPr name="TextBox 14" id="14"/>
            <p:cNvSpPr txBox="true"/>
            <p:nvPr/>
          </p:nvSpPr>
          <p:spPr>
            <a:xfrm>
              <a:off x="0" y="85725"/>
              <a:ext cx="2286638" cy="626803"/>
            </a:xfrm>
            <a:prstGeom prst="rect">
              <a:avLst/>
            </a:prstGeom>
          </p:spPr>
          <p:txBody>
            <a:bodyPr anchor="ctr" rtlCol="false" tIns="50800" lIns="50800" bIns="50800" rIns="50800"/>
            <a:lstStyle/>
            <a:p>
              <a:pPr algn="ctr">
                <a:lnSpc>
                  <a:spcPts val="1925"/>
                </a:lnSpc>
              </a:pPr>
            </a:p>
          </p:txBody>
        </p:sp>
      </p:grpSp>
      <p:grpSp>
        <p:nvGrpSpPr>
          <p:cNvPr name="Group 15" id="15"/>
          <p:cNvGrpSpPr/>
          <p:nvPr/>
        </p:nvGrpSpPr>
        <p:grpSpPr>
          <a:xfrm rot="0">
            <a:off x="10175402" y="6675427"/>
            <a:ext cx="6830714" cy="2128485"/>
            <a:chOff x="0" y="0"/>
            <a:chExt cx="2286638" cy="712528"/>
          </a:xfrm>
        </p:grpSpPr>
        <p:sp>
          <p:nvSpPr>
            <p:cNvPr name="Freeform 16" id="16"/>
            <p:cNvSpPr/>
            <p:nvPr/>
          </p:nvSpPr>
          <p:spPr>
            <a:xfrm flipH="false" flipV="false" rot="0">
              <a:off x="0" y="0"/>
              <a:ext cx="2286638" cy="712528"/>
            </a:xfrm>
            <a:custGeom>
              <a:avLst/>
              <a:gdLst/>
              <a:ahLst/>
              <a:cxnLst/>
              <a:rect r="r" b="b" t="t" l="l"/>
              <a:pathLst>
                <a:path h="712528" w="2286638">
                  <a:moveTo>
                    <a:pt x="56670" y="0"/>
                  </a:moveTo>
                  <a:lnTo>
                    <a:pt x="2229968" y="0"/>
                  </a:lnTo>
                  <a:cubicBezTo>
                    <a:pt x="2261266" y="0"/>
                    <a:pt x="2286638" y="25372"/>
                    <a:pt x="2286638" y="56670"/>
                  </a:cubicBezTo>
                  <a:lnTo>
                    <a:pt x="2286638" y="655858"/>
                  </a:lnTo>
                  <a:cubicBezTo>
                    <a:pt x="2286638" y="670888"/>
                    <a:pt x="2280667" y="685302"/>
                    <a:pt x="2270040" y="695930"/>
                  </a:cubicBezTo>
                  <a:cubicBezTo>
                    <a:pt x="2259412" y="706557"/>
                    <a:pt x="2244998" y="712528"/>
                    <a:pt x="2229968" y="712528"/>
                  </a:cubicBezTo>
                  <a:lnTo>
                    <a:pt x="56670" y="712528"/>
                  </a:lnTo>
                  <a:cubicBezTo>
                    <a:pt x="25372" y="712528"/>
                    <a:pt x="0" y="687156"/>
                    <a:pt x="0" y="655858"/>
                  </a:cubicBezTo>
                  <a:lnTo>
                    <a:pt x="0" y="56670"/>
                  </a:lnTo>
                  <a:cubicBezTo>
                    <a:pt x="0" y="41640"/>
                    <a:pt x="5971" y="27226"/>
                    <a:pt x="16598" y="16598"/>
                  </a:cubicBezTo>
                  <a:cubicBezTo>
                    <a:pt x="27226" y="5971"/>
                    <a:pt x="41640" y="0"/>
                    <a:pt x="56670" y="0"/>
                  </a:cubicBezTo>
                  <a:close/>
                </a:path>
              </a:pathLst>
            </a:custGeom>
            <a:solidFill>
              <a:srgbClr val="AAD7D4"/>
            </a:solidFill>
          </p:spPr>
        </p:sp>
        <p:sp>
          <p:nvSpPr>
            <p:cNvPr name="TextBox 17" id="17"/>
            <p:cNvSpPr txBox="true"/>
            <p:nvPr/>
          </p:nvSpPr>
          <p:spPr>
            <a:xfrm>
              <a:off x="0" y="85725"/>
              <a:ext cx="2286638" cy="626803"/>
            </a:xfrm>
            <a:prstGeom prst="rect">
              <a:avLst/>
            </a:prstGeom>
          </p:spPr>
          <p:txBody>
            <a:bodyPr anchor="ctr" rtlCol="false" tIns="50800" lIns="50800" bIns="50800" rIns="50800"/>
            <a:lstStyle/>
            <a:p>
              <a:pPr algn="ctr">
                <a:lnSpc>
                  <a:spcPts val="1925"/>
                </a:lnSpc>
              </a:pPr>
            </a:p>
          </p:txBody>
        </p:sp>
      </p:grpSp>
      <p:sp>
        <p:nvSpPr>
          <p:cNvPr name="Freeform 18" id="18"/>
          <p:cNvSpPr/>
          <p:nvPr/>
        </p:nvSpPr>
        <p:spPr>
          <a:xfrm flipH="false" flipV="false" rot="0">
            <a:off x="10770217" y="4575317"/>
            <a:ext cx="1031674" cy="1252584"/>
          </a:xfrm>
          <a:custGeom>
            <a:avLst/>
            <a:gdLst/>
            <a:ahLst/>
            <a:cxnLst/>
            <a:rect r="r" b="b" t="t" l="l"/>
            <a:pathLst>
              <a:path h="1252584" w="1031674">
                <a:moveTo>
                  <a:pt x="0" y="0"/>
                </a:moveTo>
                <a:lnTo>
                  <a:pt x="1031674" y="0"/>
                </a:lnTo>
                <a:lnTo>
                  <a:pt x="1031674" y="1252585"/>
                </a:lnTo>
                <a:lnTo>
                  <a:pt x="0" y="125258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9" id="19"/>
          <p:cNvSpPr/>
          <p:nvPr/>
        </p:nvSpPr>
        <p:spPr>
          <a:xfrm flipH="false" flipV="false" rot="0">
            <a:off x="10589543" y="7442092"/>
            <a:ext cx="1400875" cy="924578"/>
          </a:xfrm>
          <a:custGeom>
            <a:avLst/>
            <a:gdLst/>
            <a:ahLst/>
            <a:cxnLst/>
            <a:rect r="r" b="b" t="t" l="l"/>
            <a:pathLst>
              <a:path h="924578" w="1400875">
                <a:moveTo>
                  <a:pt x="0" y="0"/>
                </a:moveTo>
                <a:lnTo>
                  <a:pt x="1400875" y="0"/>
                </a:lnTo>
                <a:lnTo>
                  <a:pt x="1400875" y="924577"/>
                </a:lnTo>
                <a:lnTo>
                  <a:pt x="0" y="92457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0" id="20"/>
          <p:cNvSpPr txBox="true"/>
          <p:nvPr/>
        </p:nvSpPr>
        <p:spPr>
          <a:xfrm rot="0">
            <a:off x="12706158" y="2249632"/>
            <a:ext cx="3556933" cy="876904"/>
          </a:xfrm>
          <a:prstGeom prst="rect">
            <a:avLst/>
          </a:prstGeom>
        </p:spPr>
        <p:txBody>
          <a:bodyPr anchor="t" rtlCol="false" tIns="0" lIns="0" bIns="0" rIns="0">
            <a:spAutoFit/>
          </a:bodyPr>
          <a:lstStyle/>
          <a:p>
            <a:pPr algn="just" marL="0" indent="0" lvl="0">
              <a:lnSpc>
                <a:spcPts val="1770"/>
              </a:lnSpc>
              <a:spcBef>
                <a:spcPct val="0"/>
              </a:spcBef>
            </a:pPr>
            <a:r>
              <a:rPr lang="en-US" sz="1311" spc="20" u="none">
                <a:solidFill>
                  <a:srgbClr val="1C2120"/>
                </a:solidFill>
                <a:latin typeface="DM Sans"/>
                <a:ea typeface="DM Sans"/>
                <a:cs typeface="DM Sans"/>
                <a:sym typeface="DM Sans"/>
              </a:rPr>
              <a:t>Lorem ipsum dolor sit amet, consectetur adipiscing elit, sed do eiusmod tempor incididunt ut labore et dolore magna aliqua. Ut enim ad minim veniam</a:t>
            </a:r>
          </a:p>
        </p:txBody>
      </p:sp>
      <p:sp>
        <p:nvSpPr>
          <p:cNvPr name="TextBox 21" id="21"/>
          <p:cNvSpPr txBox="true"/>
          <p:nvPr/>
        </p:nvSpPr>
        <p:spPr>
          <a:xfrm rot="0">
            <a:off x="12706158" y="4753474"/>
            <a:ext cx="3556933" cy="876904"/>
          </a:xfrm>
          <a:prstGeom prst="rect">
            <a:avLst/>
          </a:prstGeom>
        </p:spPr>
        <p:txBody>
          <a:bodyPr anchor="t" rtlCol="false" tIns="0" lIns="0" bIns="0" rIns="0">
            <a:spAutoFit/>
          </a:bodyPr>
          <a:lstStyle/>
          <a:p>
            <a:pPr algn="just" marL="0" indent="0" lvl="0">
              <a:lnSpc>
                <a:spcPts val="1770"/>
              </a:lnSpc>
              <a:spcBef>
                <a:spcPct val="0"/>
              </a:spcBef>
            </a:pPr>
            <a:r>
              <a:rPr lang="en-US" sz="1311" spc="20" u="none">
                <a:solidFill>
                  <a:srgbClr val="1C2120"/>
                </a:solidFill>
                <a:latin typeface="DM Sans"/>
                <a:ea typeface="DM Sans"/>
                <a:cs typeface="DM Sans"/>
                <a:sym typeface="DM Sans"/>
              </a:rPr>
              <a:t>Lorem ipsum dolor sit amet, consectetur adipiscing elit, sed do eiusmod tempor incididunt ut labore et dolore magna aliqua. Ut enim ad minim veniam</a:t>
            </a:r>
          </a:p>
        </p:txBody>
      </p:sp>
      <p:sp>
        <p:nvSpPr>
          <p:cNvPr name="TextBox 22" id="22"/>
          <p:cNvSpPr txBox="true"/>
          <p:nvPr/>
        </p:nvSpPr>
        <p:spPr>
          <a:xfrm rot="0">
            <a:off x="12706158" y="7296455"/>
            <a:ext cx="3556933" cy="876904"/>
          </a:xfrm>
          <a:prstGeom prst="rect">
            <a:avLst/>
          </a:prstGeom>
        </p:spPr>
        <p:txBody>
          <a:bodyPr anchor="t" rtlCol="false" tIns="0" lIns="0" bIns="0" rIns="0">
            <a:spAutoFit/>
          </a:bodyPr>
          <a:lstStyle/>
          <a:p>
            <a:pPr algn="just" marL="0" indent="0" lvl="0">
              <a:lnSpc>
                <a:spcPts val="1770"/>
              </a:lnSpc>
              <a:spcBef>
                <a:spcPct val="0"/>
              </a:spcBef>
            </a:pPr>
            <a:r>
              <a:rPr lang="en-US" sz="1311" spc="20" u="none">
                <a:solidFill>
                  <a:srgbClr val="1C2120"/>
                </a:solidFill>
                <a:latin typeface="DM Sans"/>
                <a:ea typeface="DM Sans"/>
                <a:cs typeface="DM Sans"/>
                <a:sym typeface="DM Sans"/>
              </a:rPr>
              <a:t>Lorem ipsum dolor sit amet, consectetur adipiscing elit, sed do eiusmod tempor incididunt ut labore et dolore magna aliqua. Ut enim ad minim veniam</a:t>
            </a:r>
          </a:p>
        </p:txBody>
      </p:sp>
      <p:sp>
        <p:nvSpPr>
          <p:cNvPr name="AutoShape 23" id="23"/>
          <p:cNvSpPr/>
          <p:nvPr/>
        </p:nvSpPr>
        <p:spPr>
          <a:xfrm flipV="true">
            <a:off x="12210529" y="2359895"/>
            <a:ext cx="0" cy="738797"/>
          </a:xfrm>
          <a:prstGeom prst="line">
            <a:avLst/>
          </a:prstGeom>
          <a:ln cap="flat" w="38100">
            <a:solidFill>
              <a:srgbClr val="000000"/>
            </a:solidFill>
            <a:prstDash val="solid"/>
            <a:headEnd type="none" len="sm" w="sm"/>
            <a:tailEnd type="none" len="sm" w="sm"/>
          </a:ln>
        </p:spPr>
      </p:sp>
      <p:sp>
        <p:nvSpPr>
          <p:cNvPr name="AutoShape 24" id="24"/>
          <p:cNvSpPr/>
          <p:nvPr/>
        </p:nvSpPr>
        <p:spPr>
          <a:xfrm flipV="true">
            <a:off x="12210529" y="4832211"/>
            <a:ext cx="0" cy="738797"/>
          </a:xfrm>
          <a:prstGeom prst="line">
            <a:avLst/>
          </a:prstGeom>
          <a:ln cap="flat" w="38100">
            <a:solidFill>
              <a:srgbClr val="000000"/>
            </a:solidFill>
            <a:prstDash val="solid"/>
            <a:headEnd type="none" len="sm" w="sm"/>
            <a:tailEnd type="none" len="sm" w="sm"/>
          </a:ln>
        </p:spPr>
      </p:sp>
      <p:sp>
        <p:nvSpPr>
          <p:cNvPr name="AutoShape 25" id="25"/>
          <p:cNvSpPr/>
          <p:nvPr/>
        </p:nvSpPr>
        <p:spPr>
          <a:xfrm flipV="true">
            <a:off x="12229579" y="7434563"/>
            <a:ext cx="0" cy="738797"/>
          </a:xfrm>
          <a:prstGeom prst="line">
            <a:avLst/>
          </a:prstGeom>
          <a:ln cap="flat" w="38100">
            <a:solidFill>
              <a:srgbClr val="000000"/>
            </a:solidFill>
            <a:prstDash val="solid"/>
            <a:headEnd type="none" len="sm" w="sm"/>
            <a:tailEnd type="none" len="sm" w="sm"/>
          </a:ln>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426698" y="4816275"/>
            <a:ext cx="6914101" cy="2105618"/>
          </a:xfrm>
          <a:prstGeom prst="rect">
            <a:avLst/>
          </a:prstGeom>
        </p:spPr>
        <p:txBody>
          <a:bodyPr anchor="t" rtlCol="false" tIns="0" lIns="0" bIns="0" rIns="0">
            <a:spAutoFit/>
          </a:bodyPr>
          <a:lstStyle/>
          <a:p>
            <a:pPr algn="l" marL="0" indent="0" lvl="0">
              <a:lnSpc>
                <a:spcPts val="2454"/>
              </a:lnSpc>
              <a:spcBef>
                <a:spcPct val="0"/>
              </a:spcBef>
            </a:pPr>
            <a:r>
              <a:rPr lang="en-US" sz="1817" spc="109" u="none">
                <a:solidFill>
                  <a:srgbClr val="000000"/>
                </a:solidFill>
                <a:latin typeface="DM Sans"/>
                <a:ea typeface="DM Sans"/>
                <a:cs typeface="DM Sans"/>
                <a:sym typeface="DM Sans"/>
              </a:rPr>
              <a:t>Lorem ipsum dolor sit amet, consectetur adipiscing elit, sed do eiusmod tempor incididunt ut labore et dolore magna aliqua. Ut enim ad minim veniam, quis nostrud exercitation ullamco laboris nisi ut aliquip ex ea commodo consequat.</a:t>
            </a:r>
          </a:p>
          <a:p>
            <a:pPr algn="l" marL="0" indent="0" lvl="0">
              <a:lnSpc>
                <a:spcPts val="2454"/>
              </a:lnSpc>
              <a:spcBef>
                <a:spcPct val="0"/>
              </a:spcBef>
            </a:pPr>
          </a:p>
          <a:p>
            <a:pPr algn="l" marL="0" indent="0" lvl="0">
              <a:lnSpc>
                <a:spcPts val="2454"/>
              </a:lnSpc>
              <a:spcBef>
                <a:spcPct val="0"/>
              </a:spcBef>
            </a:pPr>
          </a:p>
        </p:txBody>
      </p:sp>
      <p:grpSp>
        <p:nvGrpSpPr>
          <p:cNvPr name="Group 3" id="3"/>
          <p:cNvGrpSpPr/>
          <p:nvPr/>
        </p:nvGrpSpPr>
        <p:grpSpPr>
          <a:xfrm rot="0">
            <a:off x="1426698" y="6768114"/>
            <a:ext cx="1024593" cy="1024593"/>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AD7D4"/>
            </a:solidFill>
          </p:spPr>
        </p:sp>
        <p:sp>
          <p:nvSpPr>
            <p:cNvPr name="TextBox 5" id="5"/>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1642288" y="6987480"/>
            <a:ext cx="593413" cy="585861"/>
          </a:xfrm>
          <a:custGeom>
            <a:avLst/>
            <a:gdLst/>
            <a:ahLst/>
            <a:cxnLst/>
            <a:rect r="r" b="b" t="t" l="l"/>
            <a:pathLst>
              <a:path h="585861" w="593413">
                <a:moveTo>
                  <a:pt x="0" y="0"/>
                </a:moveTo>
                <a:lnTo>
                  <a:pt x="593414" y="0"/>
                </a:lnTo>
                <a:lnTo>
                  <a:pt x="593414" y="585861"/>
                </a:lnTo>
                <a:lnTo>
                  <a:pt x="0" y="58586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7" id="7"/>
          <p:cNvGrpSpPr/>
          <p:nvPr/>
        </p:nvGrpSpPr>
        <p:grpSpPr>
          <a:xfrm rot="0">
            <a:off x="2814538" y="6768114"/>
            <a:ext cx="1024593" cy="1024593"/>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AD7D4"/>
            </a:solidFill>
          </p:spPr>
        </p:sp>
        <p:sp>
          <p:nvSpPr>
            <p:cNvPr name="TextBox 9" id="9"/>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sp>
        <p:nvSpPr>
          <p:cNvPr name="Freeform 10" id="10"/>
          <p:cNvSpPr/>
          <p:nvPr/>
        </p:nvSpPr>
        <p:spPr>
          <a:xfrm flipH="false" flipV="false" rot="0">
            <a:off x="2980805" y="7052031"/>
            <a:ext cx="692059" cy="456759"/>
          </a:xfrm>
          <a:custGeom>
            <a:avLst/>
            <a:gdLst/>
            <a:ahLst/>
            <a:cxnLst/>
            <a:rect r="r" b="b" t="t" l="l"/>
            <a:pathLst>
              <a:path h="456759" w="692059">
                <a:moveTo>
                  <a:pt x="0" y="0"/>
                </a:moveTo>
                <a:lnTo>
                  <a:pt x="692059" y="0"/>
                </a:lnTo>
                <a:lnTo>
                  <a:pt x="692059" y="456759"/>
                </a:lnTo>
                <a:lnTo>
                  <a:pt x="0" y="45675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1" id="11"/>
          <p:cNvGrpSpPr/>
          <p:nvPr/>
        </p:nvGrpSpPr>
        <p:grpSpPr>
          <a:xfrm rot="0">
            <a:off x="4201081" y="6768114"/>
            <a:ext cx="1024593" cy="1024593"/>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AD7D4"/>
            </a:solidFill>
          </p:spPr>
        </p:sp>
        <p:sp>
          <p:nvSpPr>
            <p:cNvPr name="TextBox 13" id="13"/>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sp>
        <p:nvSpPr>
          <p:cNvPr name="Freeform 14" id="14"/>
          <p:cNvSpPr/>
          <p:nvPr/>
        </p:nvSpPr>
        <p:spPr>
          <a:xfrm flipH="false" flipV="false" rot="0">
            <a:off x="4466924" y="6981185"/>
            <a:ext cx="492906" cy="598451"/>
          </a:xfrm>
          <a:custGeom>
            <a:avLst/>
            <a:gdLst/>
            <a:ahLst/>
            <a:cxnLst/>
            <a:rect r="r" b="b" t="t" l="l"/>
            <a:pathLst>
              <a:path h="598451" w="492906">
                <a:moveTo>
                  <a:pt x="0" y="0"/>
                </a:moveTo>
                <a:lnTo>
                  <a:pt x="492906" y="0"/>
                </a:lnTo>
                <a:lnTo>
                  <a:pt x="492906" y="598451"/>
                </a:lnTo>
                <a:lnTo>
                  <a:pt x="0" y="59845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5" id="15"/>
          <p:cNvSpPr/>
          <p:nvPr/>
        </p:nvSpPr>
        <p:spPr>
          <a:xfrm flipH="false" flipV="false" rot="0">
            <a:off x="9144000" y="2386794"/>
            <a:ext cx="8498516" cy="5513412"/>
          </a:xfrm>
          <a:custGeom>
            <a:avLst/>
            <a:gdLst/>
            <a:ahLst/>
            <a:cxnLst/>
            <a:rect r="r" b="b" t="t" l="l"/>
            <a:pathLst>
              <a:path h="5513412" w="8498516">
                <a:moveTo>
                  <a:pt x="0" y="0"/>
                </a:moveTo>
                <a:lnTo>
                  <a:pt x="8498516" y="0"/>
                </a:lnTo>
                <a:lnTo>
                  <a:pt x="8498516" y="5513412"/>
                </a:lnTo>
                <a:lnTo>
                  <a:pt x="0" y="5513412"/>
                </a:lnTo>
                <a:lnTo>
                  <a:pt x="0" y="0"/>
                </a:lnTo>
                <a:close/>
              </a:path>
            </a:pathLst>
          </a:custGeom>
          <a:blipFill>
            <a:blip r:embed="rId8"/>
            <a:stretch>
              <a:fillRect l="0" t="0" r="0" b="0"/>
            </a:stretch>
          </a:blipFill>
        </p:spPr>
      </p:sp>
      <p:sp>
        <p:nvSpPr>
          <p:cNvPr name="Freeform 16" id="16"/>
          <p:cNvSpPr/>
          <p:nvPr/>
        </p:nvSpPr>
        <p:spPr>
          <a:xfrm flipH="false" flipV="false" rot="0">
            <a:off x="9919523" y="2955708"/>
            <a:ext cx="7052162" cy="3966185"/>
          </a:xfrm>
          <a:custGeom>
            <a:avLst/>
            <a:gdLst/>
            <a:ahLst/>
            <a:cxnLst/>
            <a:rect r="r" b="b" t="t" l="l"/>
            <a:pathLst>
              <a:path h="3966185" w="7052162">
                <a:moveTo>
                  <a:pt x="0" y="0"/>
                </a:moveTo>
                <a:lnTo>
                  <a:pt x="7052162" y="0"/>
                </a:lnTo>
                <a:lnTo>
                  <a:pt x="7052162" y="3966185"/>
                </a:lnTo>
                <a:lnTo>
                  <a:pt x="0" y="3966185"/>
                </a:lnTo>
                <a:lnTo>
                  <a:pt x="0" y="0"/>
                </a:lnTo>
                <a:close/>
              </a:path>
            </a:pathLst>
          </a:custGeom>
          <a:blipFill>
            <a:blip r:embed="rId9"/>
            <a:stretch>
              <a:fillRect l="0" t="-9232" r="0" b="-9232"/>
            </a:stretch>
          </a:blipFill>
        </p:spPr>
      </p:sp>
      <p:sp>
        <p:nvSpPr>
          <p:cNvPr name="TextBox 17" id="17"/>
          <p:cNvSpPr txBox="true"/>
          <p:nvPr/>
        </p:nvSpPr>
        <p:spPr>
          <a:xfrm rot="0">
            <a:off x="1426698" y="2048151"/>
            <a:ext cx="7425121" cy="1587051"/>
          </a:xfrm>
          <a:prstGeom prst="rect">
            <a:avLst/>
          </a:prstGeom>
        </p:spPr>
        <p:txBody>
          <a:bodyPr anchor="t" rtlCol="false" tIns="0" lIns="0" bIns="0" rIns="0">
            <a:spAutoFit/>
          </a:bodyPr>
          <a:lstStyle/>
          <a:p>
            <a:pPr algn="l">
              <a:lnSpc>
                <a:spcPts val="11096"/>
              </a:lnSpc>
            </a:pPr>
            <a:r>
              <a:rPr lang="en-US" sz="11439" b="true">
                <a:solidFill>
                  <a:srgbClr val="1C2120"/>
                </a:solidFill>
                <a:latin typeface="Poppins Bold"/>
                <a:ea typeface="Poppins Bold"/>
                <a:cs typeface="Poppins Bold"/>
                <a:sym typeface="Poppins Bold"/>
              </a:rPr>
              <a:t>Mockups</a:t>
            </a:r>
          </a:p>
        </p:txBody>
      </p:sp>
      <p:sp>
        <p:nvSpPr>
          <p:cNvPr name="TextBox 18" id="18"/>
          <p:cNvSpPr txBox="true"/>
          <p:nvPr/>
        </p:nvSpPr>
        <p:spPr>
          <a:xfrm rot="0">
            <a:off x="1627030" y="3931315"/>
            <a:ext cx="3563270" cy="406109"/>
          </a:xfrm>
          <a:prstGeom prst="rect">
            <a:avLst/>
          </a:prstGeom>
        </p:spPr>
        <p:txBody>
          <a:bodyPr anchor="t" rtlCol="false" tIns="0" lIns="0" bIns="0" rIns="0">
            <a:spAutoFit/>
          </a:bodyPr>
          <a:lstStyle/>
          <a:p>
            <a:pPr algn="ctr">
              <a:lnSpc>
                <a:spcPts val="3132"/>
              </a:lnSpc>
            </a:pPr>
            <a:r>
              <a:rPr lang="en-US" sz="2900">
                <a:solidFill>
                  <a:srgbClr val="000000"/>
                </a:solidFill>
                <a:latin typeface="DM Sans"/>
                <a:ea typeface="DM Sans"/>
                <a:cs typeface="DM Sans"/>
                <a:sym typeface="DM Sans"/>
              </a:rPr>
              <a:t>Exploring creativity</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6368367" y="3654033"/>
            <a:ext cx="4812609" cy="4786358"/>
          </a:xfrm>
          <a:custGeom>
            <a:avLst/>
            <a:gdLst/>
            <a:ahLst/>
            <a:cxnLst/>
            <a:rect r="r" b="b" t="t" l="l"/>
            <a:pathLst>
              <a:path h="4786358" w="4812609">
                <a:moveTo>
                  <a:pt x="0" y="0"/>
                </a:moveTo>
                <a:lnTo>
                  <a:pt x="4812609" y="0"/>
                </a:lnTo>
                <a:lnTo>
                  <a:pt x="4812609" y="4786359"/>
                </a:lnTo>
                <a:lnTo>
                  <a:pt x="0" y="478635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7214967" y="2662033"/>
            <a:ext cx="3708981" cy="612256"/>
            <a:chOff x="0" y="0"/>
            <a:chExt cx="1241612" cy="204958"/>
          </a:xfrm>
        </p:grpSpPr>
        <p:sp>
          <p:nvSpPr>
            <p:cNvPr name="Freeform 4" id="4"/>
            <p:cNvSpPr/>
            <p:nvPr/>
          </p:nvSpPr>
          <p:spPr>
            <a:xfrm flipH="false" flipV="false" rot="0">
              <a:off x="0" y="0"/>
              <a:ext cx="1241612" cy="204958"/>
            </a:xfrm>
            <a:custGeom>
              <a:avLst/>
              <a:gdLst/>
              <a:ahLst/>
              <a:cxnLst/>
              <a:rect r="r" b="b" t="t" l="l"/>
              <a:pathLst>
                <a:path h="204958" w="1241612">
                  <a:moveTo>
                    <a:pt x="102479" y="0"/>
                  </a:moveTo>
                  <a:lnTo>
                    <a:pt x="1139133" y="0"/>
                  </a:lnTo>
                  <a:cubicBezTo>
                    <a:pt x="1195730" y="0"/>
                    <a:pt x="1241612" y="45881"/>
                    <a:pt x="1241612" y="102479"/>
                  </a:cubicBezTo>
                  <a:lnTo>
                    <a:pt x="1241612" y="102479"/>
                  </a:lnTo>
                  <a:cubicBezTo>
                    <a:pt x="1241612" y="159076"/>
                    <a:pt x="1195730" y="204958"/>
                    <a:pt x="1139133" y="204958"/>
                  </a:cubicBezTo>
                  <a:lnTo>
                    <a:pt x="102479" y="204958"/>
                  </a:lnTo>
                  <a:cubicBezTo>
                    <a:pt x="45881" y="204958"/>
                    <a:pt x="0" y="159076"/>
                    <a:pt x="0" y="102479"/>
                  </a:cubicBezTo>
                  <a:lnTo>
                    <a:pt x="0" y="102479"/>
                  </a:lnTo>
                  <a:cubicBezTo>
                    <a:pt x="0" y="45881"/>
                    <a:pt x="45881" y="0"/>
                    <a:pt x="102479" y="0"/>
                  </a:cubicBezTo>
                  <a:close/>
                </a:path>
              </a:pathLst>
            </a:custGeom>
            <a:solidFill>
              <a:srgbClr val="AAD7D4"/>
            </a:solidFill>
          </p:spPr>
        </p:sp>
        <p:sp>
          <p:nvSpPr>
            <p:cNvPr name="TextBox 5" id="5"/>
            <p:cNvSpPr txBox="true"/>
            <p:nvPr/>
          </p:nvSpPr>
          <p:spPr>
            <a:xfrm>
              <a:off x="0" y="85725"/>
              <a:ext cx="1241612" cy="119233"/>
            </a:xfrm>
            <a:prstGeom prst="rect">
              <a:avLst/>
            </a:prstGeom>
          </p:spPr>
          <p:txBody>
            <a:bodyPr anchor="ctr" rtlCol="false" tIns="50800" lIns="50800" bIns="50800" rIns="50800"/>
            <a:lstStyle/>
            <a:p>
              <a:pPr algn="ctr">
                <a:lnSpc>
                  <a:spcPts val="1925"/>
                </a:lnSpc>
              </a:pPr>
            </a:p>
          </p:txBody>
        </p:sp>
      </p:grpSp>
      <p:sp>
        <p:nvSpPr>
          <p:cNvPr name="TextBox 6" id="6"/>
          <p:cNvSpPr txBox="true"/>
          <p:nvPr/>
        </p:nvSpPr>
        <p:spPr>
          <a:xfrm rot="0">
            <a:off x="5190659" y="1013886"/>
            <a:ext cx="7831454" cy="1616085"/>
          </a:xfrm>
          <a:prstGeom prst="rect">
            <a:avLst/>
          </a:prstGeom>
        </p:spPr>
        <p:txBody>
          <a:bodyPr anchor="t" rtlCol="false" tIns="0" lIns="0" bIns="0" rIns="0">
            <a:spAutoFit/>
          </a:bodyPr>
          <a:lstStyle/>
          <a:p>
            <a:pPr algn="ctr">
              <a:lnSpc>
                <a:spcPts val="11281"/>
              </a:lnSpc>
            </a:pPr>
            <a:r>
              <a:rPr lang="en-US" b="true" sz="11630">
                <a:solidFill>
                  <a:srgbClr val="1C2120"/>
                </a:solidFill>
                <a:latin typeface="Poppins Bold"/>
                <a:ea typeface="Poppins Bold"/>
                <a:cs typeface="Poppins Bold"/>
                <a:sym typeface="Poppins Bold"/>
              </a:rPr>
              <a:t>S.W.O.T</a:t>
            </a:r>
          </a:p>
        </p:txBody>
      </p:sp>
      <p:sp>
        <p:nvSpPr>
          <p:cNvPr name="TextBox 7" id="7"/>
          <p:cNvSpPr txBox="true"/>
          <p:nvPr/>
        </p:nvSpPr>
        <p:spPr>
          <a:xfrm rot="0">
            <a:off x="1851724" y="7370380"/>
            <a:ext cx="3739422" cy="332050"/>
          </a:xfrm>
          <a:prstGeom prst="rect">
            <a:avLst/>
          </a:prstGeom>
        </p:spPr>
        <p:txBody>
          <a:bodyPr anchor="t" rtlCol="false" tIns="0" lIns="0" bIns="0" rIns="0">
            <a:spAutoFit/>
          </a:bodyPr>
          <a:lstStyle/>
          <a:p>
            <a:pPr algn="l">
              <a:lnSpc>
                <a:spcPts val="2495"/>
              </a:lnSpc>
            </a:pPr>
            <a:r>
              <a:rPr lang="en-US" sz="2132" b="true">
                <a:solidFill>
                  <a:srgbClr val="000000"/>
                </a:solidFill>
                <a:latin typeface="Poppins Semi-Bold"/>
                <a:ea typeface="Poppins Semi-Bold"/>
                <a:cs typeface="Poppins Semi-Bold"/>
                <a:sym typeface="Poppins Semi-Bold"/>
              </a:rPr>
              <a:t>Weaknesses</a:t>
            </a:r>
          </a:p>
        </p:txBody>
      </p:sp>
      <p:sp>
        <p:nvSpPr>
          <p:cNvPr name="TextBox 8" id="8"/>
          <p:cNvSpPr txBox="true"/>
          <p:nvPr/>
        </p:nvSpPr>
        <p:spPr>
          <a:xfrm rot="0">
            <a:off x="13054677" y="4099655"/>
            <a:ext cx="3739422" cy="332050"/>
          </a:xfrm>
          <a:prstGeom prst="rect">
            <a:avLst/>
          </a:prstGeom>
        </p:spPr>
        <p:txBody>
          <a:bodyPr anchor="t" rtlCol="false" tIns="0" lIns="0" bIns="0" rIns="0">
            <a:spAutoFit/>
          </a:bodyPr>
          <a:lstStyle/>
          <a:p>
            <a:pPr algn="l">
              <a:lnSpc>
                <a:spcPts val="2495"/>
              </a:lnSpc>
            </a:pPr>
            <a:r>
              <a:rPr lang="en-US" sz="2132" b="true">
                <a:solidFill>
                  <a:srgbClr val="000000"/>
                </a:solidFill>
                <a:latin typeface="Poppins Semi-Bold"/>
                <a:ea typeface="Poppins Semi-Bold"/>
                <a:cs typeface="Poppins Semi-Bold"/>
                <a:sym typeface="Poppins Semi-Bold"/>
              </a:rPr>
              <a:t>Threats</a:t>
            </a:r>
          </a:p>
        </p:txBody>
      </p:sp>
      <p:sp>
        <p:nvSpPr>
          <p:cNvPr name="TextBox 9" id="9"/>
          <p:cNvSpPr txBox="true"/>
          <p:nvPr/>
        </p:nvSpPr>
        <p:spPr>
          <a:xfrm rot="0">
            <a:off x="1851724" y="4099655"/>
            <a:ext cx="3104937" cy="332050"/>
          </a:xfrm>
          <a:prstGeom prst="rect">
            <a:avLst/>
          </a:prstGeom>
        </p:spPr>
        <p:txBody>
          <a:bodyPr anchor="t" rtlCol="false" tIns="0" lIns="0" bIns="0" rIns="0">
            <a:spAutoFit/>
          </a:bodyPr>
          <a:lstStyle/>
          <a:p>
            <a:pPr algn="l">
              <a:lnSpc>
                <a:spcPts val="2495"/>
              </a:lnSpc>
            </a:pPr>
            <a:r>
              <a:rPr lang="en-US" sz="2132" b="true">
                <a:solidFill>
                  <a:srgbClr val="000000"/>
                </a:solidFill>
                <a:latin typeface="Poppins Semi-Bold"/>
                <a:ea typeface="Poppins Semi-Bold"/>
                <a:cs typeface="Poppins Semi-Bold"/>
                <a:sym typeface="Poppins Semi-Bold"/>
              </a:rPr>
              <a:t>Strengths</a:t>
            </a:r>
          </a:p>
        </p:txBody>
      </p:sp>
      <p:sp>
        <p:nvSpPr>
          <p:cNvPr name="TextBox 10" id="10"/>
          <p:cNvSpPr txBox="true"/>
          <p:nvPr/>
        </p:nvSpPr>
        <p:spPr>
          <a:xfrm rot="0">
            <a:off x="13021543" y="7331137"/>
            <a:ext cx="3558025" cy="332050"/>
          </a:xfrm>
          <a:prstGeom prst="rect">
            <a:avLst/>
          </a:prstGeom>
        </p:spPr>
        <p:txBody>
          <a:bodyPr anchor="t" rtlCol="false" tIns="0" lIns="0" bIns="0" rIns="0">
            <a:spAutoFit/>
          </a:bodyPr>
          <a:lstStyle/>
          <a:p>
            <a:pPr algn="l">
              <a:lnSpc>
                <a:spcPts val="2495"/>
              </a:lnSpc>
            </a:pPr>
            <a:r>
              <a:rPr lang="en-US" sz="2132" b="true">
                <a:solidFill>
                  <a:srgbClr val="000000"/>
                </a:solidFill>
                <a:latin typeface="Poppins Semi-Bold"/>
                <a:ea typeface="Poppins Semi-Bold"/>
                <a:cs typeface="Poppins Semi-Bold"/>
                <a:sym typeface="Poppins Semi-Bold"/>
              </a:rPr>
              <a:t>Opportunities</a:t>
            </a:r>
          </a:p>
        </p:txBody>
      </p:sp>
      <p:sp>
        <p:nvSpPr>
          <p:cNvPr name="TextBox 11" id="11"/>
          <p:cNvSpPr txBox="true"/>
          <p:nvPr/>
        </p:nvSpPr>
        <p:spPr>
          <a:xfrm rot="0">
            <a:off x="7214967" y="2758038"/>
            <a:ext cx="3563270" cy="406109"/>
          </a:xfrm>
          <a:prstGeom prst="rect">
            <a:avLst/>
          </a:prstGeom>
        </p:spPr>
        <p:txBody>
          <a:bodyPr anchor="t" rtlCol="false" tIns="0" lIns="0" bIns="0" rIns="0">
            <a:spAutoFit/>
          </a:bodyPr>
          <a:lstStyle/>
          <a:p>
            <a:pPr algn="ctr">
              <a:lnSpc>
                <a:spcPts val="3132"/>
              </a:lnSpc>
            </a:pPr>
            <a:r>
              <a:rPr lang="en-US" sz="2900">
                <a:solidFill>
                  <a:srgbClr val="000000"/>
                </a:solidFill>
                <a:latin typeface="DM Sans"/>
                <a:ea typeface="DM Sans"/>
                <a:cs typeface="DM Sans"/>
                <a:sym typeface="DM Sans"/>
              </a:rPr>
              <a:t>swot analysis</a:t>
            </a:r>
          </a:p>
        </p:txBody>
      </p:sp>
      <p:sp>
        <p:nvSpPr>
          <p:cNvPr name="TextBox 12" id="12"/>
          <p:cNvSpPr txBox="true"/>
          <p:nvPr/>
        </p:nvSpPr>
        <p:spPr>
          <a:xfrm rot="0">
            <a:off x="1851724" y="4507351"/>
            <a:ext cx="3431152" cy="913570"/>
          </a:xfrm>
          <a:prstGeom prst="rect">
            <a:avLst/>
          </a:prstGeom>
        </p:spPr>
        <p:txBody>
          <a:bodyPr anchor="t" rtlCol="false" tIns="0" lIns="0" bIns="0" rIns="0">
            <a:spAutoFit/>
          </a:bodyPr>
          <a:lstStyle/>
          <a:p>
            <a:pPr algn="just" marL="0" indent="0" lvl="0">
              <a:lnSpc>
                <a:spcPts val="1863"/>
              </a:lnSpc>
              <a:spcBef>
                <a:spcPct val="0"/>
              </a:spcBef>
            </a:pPr>
            <a:r>
              <a:rPr lang="en-US" sz="1380" spc="82" u="none">
                <a:solidFill>
                  <a:srgbClr val="000000"/>
                </a:solidFill>
                <a:latin typeface="DM Sans"/>
                <a:ea typeface="DM Sans"/>
                <a:cs typeface="DM Sans"/>
                <a:sym typeface="DM Sans"/>
              </a:rPr>
              <a:t>Lorem ipsum dolor sit amet, consectetur adipiscing elit, sed do eiusmod tempor incididunt ut labore et dolore magna aliqua. </a:t>
            </a:r>
          </a:p>
        </p:txBody>
      </p:sp>
      <p:sp>
        <p:nvSpPr>
          <p:cNvPr name="TextBox 13" id="13"/>
          <p:cNvSpPr txBox="true"/>
          <p:nvPr/>
        </p:nvSpPr>
        <p:spPr>
          <a:xfrm rot="0">
            <a:off x="1851724" y="2654358"/>
            <a:ext cx="1434243" cy="1616085"/>
          </a:xfrm>
          <a:prstGeom prst="rect">
            <a:avLst/>
          </a:prstGeom>
        </p:spPr>
        <p:txBody>
          <a:bodyPr anchor="t" rtlCol="false" tIns="0" lIns="0" bIns="0" rIns="0">
            <a:spAutoFit/>
          </a:bodyPr>
          <a:lstStyle/>
          <a:p>
            <a:pPr algn="l">
              <a:lnSpc>
                <a:spcPts val="11281"/>
              </a:lnSpc>
            </a:pPr>
            <a:r>
              <a:rPr lang="en-US" b="true" sz="11630">
                <a:solidFill>
                  <a:srgbClr val="1C2120"/>
                </a:solidFill>
                <a:latin typeface="Poppins Bold"/>
                <a:ea typeface="Poppins Bold"/>
                <a:cs typeface="Poppins Bold"/>
                <a:sym typeface="Poppins Bold"/>
              </a:rPr>
              <a:t>S</a:t>
            </a:r>
          </a:p>
        </p:txBody>
      </p:sp>
      <p:sp>
        <p:nvSpPr>
          <p:cNvPr name="TextBox 14" id="14"/>
          <p:cNvSpPr txBox="true"/>
          <p:nvPr/>
        </p:nvSpPr>
        <p:spPr>
          <a:xfrm rot="0">
            <a:off x="1851724" y="7739386"/>
            <a:ext cx="3431152" cy="913570"/>
          </a:xfrm>
          <a:prstGeom prst="rect">
            <a:avLst/>
          </a:prstGeom>
        </p:spPr>
        <p:txBody>
          <a:bodyPr anchor="t" rtlCol="false" tIns="0" lIns="0" bIns="0" rIns="0">
            <a:spAutoFit/>
          </a:bodyPr>
          <a:lstStyle/>
          <a:p>
            <a:pPr algn="just" marL="0" indent="0" lvl="0">
              <a:lnSpc>
                <a:spcPts val="1863"/>
              </a:lnSpc>
              <a:spcBef>
                <a:spcPct val="0"/>
              </a:spcBef>
            </a:pPr>
            <a:r>
              <a:rPr lang="en-US" sz="1380" spc="82" u="none">
                <a:solidFill>
                  <a:srgbClr val="000000"/>
                </a:solidFill>
                <a:latin typeface="DM Sans"/>
                <a:ea typeface="DM Sans"/>
                <a:cs typeface="DM Sans"/>
                <a:sym typeface="DM Sans"/>
              </a:rPr>
              <a:t>Lorem ipsum dolor sit amet, consectetur adipiscing elit, sed do eiusmod tempor incididunt ut labore et dolore magna aliqua. </a:t>
            </a:r>
          </a:p>
        </p:txBody>
      </p:sp>
      <p:sp>
        <p:nvSpPr>
          <p:cNvPr name="TextBox 15" id="15"/>
          <p:cNvSpPr txBox="true"/>
          <p:nvPr/>
        </p:nvSpPr>
        <p:spPr>
          <a:xfrm rot="0">
            <a:off x="13021543" y="7739386"/>
            <a:ext cx="3431152" cy="913570"/>
          </a:xfrm>
          <a:prstGeom prst="rect">
            <a:avLst/>
          </a:prstGeom>
        </p:spPr>
        <p:txBody>
          <a:bodyPr anchor="t" rtlCol="false" tIns="0" lIns="0" bIns="0" rIns="0">
            <a:spAutoFit/>
          </a:bodyPr>
          <a:lstStyle/>
          <a:p>
            <a:pPr algn="just" marL="0" indent="0" lvl="0">
              <a:lnSpc>
                <a:spcPts val="1863"/>
              </a:lnSpc>
              <a:spcBef>
                <a:spcPct val="0"/>
              </a:spcBef>
            </a:pPr>
            <a:r>
              <a:rPr lang="en-US" sz="1380" spc="82" u="none">
                <a:solidFill>
                  <a:srgbClr val="000000"/>
                </a:solidFill>
                <a:latin typeface="DM Sans"/>
                <a:ea typeface="DM Sans"/>
                <a:cs typeface="DM Sans"/>
                <a:sym typeface="DM Sans"/>
              </a:rPr>
              <a:t>Lorem ipsum dolor sit amet, consectetur adipiscing elit, sed do eiusmod tempor incididunt ut labore et dolore magna aliqua. </a:t>
            </a:r>
          </a:p>
        </p:txBody>
      </p:sp>
      <p:sp>
        <p:nvSpPr>
          <p:cNvPr name="TextBox 16" id="16"/>
          <p:cNvSpPr txBox="true"/>
          <p:nvPr/>
        </p:nvSpPr>
        <p:spPr>
          <a:xfrm rot="0">
            <a:off x="13054677" y="4507351"/>
            <a:ext cx="3431152" cy="913570"/>
          </a:xfrm>
          <a:prstGeom prst="rect">
            <a:avLst/>
          </a:prstGeom>
        </p:spPr>
        <p:txBody>
          <a:bodyPr anchor="t" rtlCol="false" tIns="0" lIns="0" bIns="0" rIns="0">
            <a:spAutoFit/>
          </a:bodyPr>
          <a:lstStyle/>
          <a:p>
            <a:pPr algn="just" marL="0" indent="0" lvl="0">
              <a:lnSpc>
                <a:spcPts val="1863"/>
              </a:lnSpc>
              <a:spcBef>
                <a:spcPct val="0"/>
              </a:spcBef>
            </a:pPr>
            <a:r>
              <a:rPr lang="en-US" sz="1380" spc="82" u="none">
                <a:solidFill>
                  <a:srgbClr val="000000"/>
                </a:solidFill>
                <a:latin typeface="DM Sans"/>
                <a:ea typeface="DM Sans"/>
                <a:cs typeface="DM Sans"/>
                <a:sym typeface="DM Sans"/>
              </a:rPr>
              <a:t>Lorem ipsum dolor sit amet, consectetur adipiscing elit, sed do eiusmod tempor incididunt ut labore et dolore magna aliqua. </a:t>
            </a:r>
          </a:p>
        </p:txBody>
      </p:sp>
      <p:sp>
        <p:nvSpPr>
          <p:cNvPr name="TextBox 17" id="17"/>
          <p:cNvSpPr txBox="true"/>
          <p:nvPr/>
        </p:nvSpPr>
        <p:spPr>
          <a:xfrm rot="0">
            <a:off x="1762025" y="5925083"/>
            <a:ext cx="2187761" cy="1616085"/>
          </a:xfrm>
          <a:prstGeom prst="rect">
            <a:avLst/>
          </a:prstGeom>
        </p:spPr>
        <p:txBody>
          <a:bodyPr anchor="t" rtlCol="false" tIns="0" lIns="0" bIns="0" rIns="0">
            <a:spAutoFit/>
          </a:bodyPr>
          <a:lstStyle/>
          <a:p>
            <a:pPr algn="l">
              <a:lnSpc>
                <a:spcPts val="11281"/>
              </a:lnSpc>
            </a:pPr>
            <a:r>
              <a:rPr lang="en-US" b="true" sz="11630">
                <a:solidFill>
                  <a:srgbClr val="1C2120"/>
                </a:solidFill>
                <a:latin typeface="Poppins Bold"/>
                <a:ea typeface="Poppins Bold"/>
                <a:cs typeface="Poppins Bold"/>
                <a:sym typeface="Poppins Bold"/>
              </a:rPr>
              <a:t>W</a:t>
            </a:r>
          </a:p>
        </p:txBody>
      </p:sp>
      <p:sp>
        <p:nvSpPr>
          <p:cNvPr name="TextBox 18" id="18"/>
          <p:cNvSpPr txBox="true"/>
          <p:nvPr/>
        </p:nvSpPr>
        <p:spPr>
          <a:xfrm rot="0">
            <a:off x="12960937" y="5885839"/>
            <a:ext cx="2110871" cy="1616085"/>
          </a:xfrm>
          <a:prstGeom prst="rect">
            <a:avLst/>
          </a:prstGeom>
        </p:spPr>
        <p:txBody>
          <a:bodyPr anchor="t" rtlCol="false" tIns="0" lIns="0" bIns="0" rIns="0">
            <a:spAutoFit/>
          </a:bodyPr>
          <a:lstStyle/>
          <a:p>
            <a:pPr algn="l">
              <a:lnSpc>
                <a:spcPts val="11281"/>
              </a:lnSpc>
            </a:pPr>
            <a:r>
              <a:rPr lang="en-US" b="true" sz="11630">
                <a:solidFill>
                  <a:srgbClr val="1C2120"/>
                </a:solidFill>
                <a:latin typeface="Poppins Bold"/>
                <a:ea typeface="Poppins Bold"/>
                <a:cs typeface="Poppins Bold"/>
                <a:sym typeface="Poppins Bold"/>
              </a:rPr>
              <a:t>O</a:t>
            </a:r>
          </a:p>
        </p:txBody>
      </p:sp>
      <p:sp>
        <p:nvSpPr>
          <p:cNvPr name="TextBox 19" id="19"/>
          <p:cNvSpPr txBox="true"/>
          <p:nvPr/>
        </p:nvSpPr>
        <p:spPr>
          <a:xfrm rot="0">
            <a:off x="13022113" y="2595991"/>
            <a:ext cx="1872183" cy="1616085"/>
          </a:xfrm>
          <a:prstGeom prst="rect">
            <a:avLst/>
          </a:prstGeom>
        </p:spPr>
        <p:txBody>
          <a:bodyPr anchor="t" rtlCol="false" tIns="0" lIns="0" bIns="0" rIns="0">
            <a:spAutoFit/>
          </a:bodyPr>
          <a:lstStyle/>
          <a:p>
            <a:pPr algn="l">
              <a:lnSpc>
                <a:spcPts val="11281"/>
              </a:lnSpc>
            </a:pPr>
            <a:r>
              <a:rPr lang="en-US" b="true" sz="11630">
                <a:solidFill>
                  <a:srgbClr val="1C2120"/>
                </a:solidFill>
                <a:latin typeface="Poppins Bold"/>
                <a:ea typeface="Poppins Bold"/>
                <a:cs typeface="Poppins Bold"/>
                <a:sym typeface="Poppins Bold"/>
              </a:rPr>
              <a:t>T</a:t>
            </a:r>
          </a:p>
        </p:txBody>
      </p:sp>
    </p:spTree>
  </p:cSld>
  <p:clrMapOvr>
    <a:masterClrMapping/>
  </p:clrMapOvr>
</p:sld>
</file>

<file path=ppt/slides/slide10.xml><?xml version="1.0" encoding="utf-8"?>
<p:sld xmlns:p="http://schemas.openxmlformats.org/presentationml/2006/main" xmlns:a="http://schemas.openxmlformats.org/drawingml/2006/main">
  <p:cSld>
    <p:bg>
      <p:bgPr>
        <a:solidFill>
          <a:srgbClr val="AAD7D4"/>
        </a:solidFill>
      </p:bgPr>
    </p:bg>
    <p:spTree>
      <p:nvGrpSpPr>
        <p:cNvPr id="1" name=""/>
        <p:cNvGrpSpPr/>
        <p:nvPr/>
      </p:nvGrpSpPr>
      <p:grpSpPr>
        <a:xfrm>
          <a:off x="0" y="0"/>
          <a:ext cx="0" cy="0"/>
          <a:chOff x="0" y="0"/>
          <a:chExt cx="0" cy="0"/>
        </a:xfrm>
      </p:grpSpPr>
      <p:sp>
        <p:nvSpPr>
          <p:cNvPr name="TextBox 2" id="2"/>
          <p:cNvSpPr txBox="true"/>
          <p:nvPr/>
        </p:nvSpPr>
        <p:spPr>
          <a:xfrm rot="0">
            <a:off x="3182017" y="3400568"/>
            <a:ext cx="11923966" cy="2888952"/>
          </a:xfrm>
          <a:prstGeom prst="rect">
            <a:avLst/>
          </a:prstGeom>
        </p:spPr>
        <p:txBody>
          <a:bodyPr anchor="t" rtlCol="false" tIns="0" lIns="0" bIns="0" rIns="0">
            <a:spAutoFit/>
          </a:bodyPr>
          <a:lstStyle/>
          <a:p>
            <a:pPr algn="ctr">
              <a:lnSpc>
                <a:spcPts val="10460"/>
              </a:lnSpc>
            </a:pPr>
            <a:r>
              <a:rPr lang="en-US" b="true" sz="12023">
                <a:solidFill>
                  <a:srgbClr val="1C2120"/>
                </a:solidFill>
                <a:latin typeface="Poppins Bold"/>
                <a:ea typeface="Poppins Bold"/>
                <a:cs typeface="Poppins Bold"/>
                <a:sym typeface="Poppins Bold"/>
              </a:rPr>
              <a:t>Thank you very much!</a:t>
            </a:r>
          </a:p>
        </p:txBody>
      </p:sp>
      <p:grpSp>
        <p:nvGrpSpPr>
          <p:cNvPr name="Group 3" id="3"/>
          <p:cNvGrpSpPr/>
          <p:nvPr/>
        </p:nvGrpSpPr>
        <p:grpSpPr>
          <a:xfrm rot="0">
            <a:off x="5652409" y="6483944"/>
            <a:ext cx="6983181" cy="669188"/>
            <a:chOff x="0" y="0"/>
            <a:chExt cx="1839192" cy="176247"/>
          </a:xfrm>
        </p:grpSpPr>
        <p:sp>
          <p:nvSpPr>
            <p:cNvPr name="Freeform 4" id="4"/>
            <p:cNvSpPr/>
            <p:nvPr/>
          </p:nvSpPr>
          <p:spPr>
            <a:xfrm flipH="false" flipV="false" rot="0">
              <a:off x="0" y="0"/>
              <a:ext cx="1839192" cy="176247"/>
            </a:xfrm>
            <a:custGeom>
              <a:avLst/>
              <a:gdLst/>
              <a:ahLst/>
              <a:cxnLst/>
              <a:rect r="r" b="b" t="t" l="l"/>
              <a:pathLst>
                <a:path h="176247" w="1839192">
                  <a:moveTo>
                    <a:pt x="0" y="0"/>
                  </a:moveTo>
                  <a:lnTo>
                    <a:pt x="1839192" y="0"/>
                  </a:lnTo>
                  <a:lnTo>
                    <a:pt x="1839192" y="176247"/>
                  </a:lnTo>
                  <a:lnTo>
                    <a:pt x="0" y="176247"/>
                  </a:lnTo>
                  <a:close/>
                </a:path>
              </a:pathLst>
            </a:custGeom>
            <a:solidFill>
              <a:srgbClr val="AAD7D4"/>
            </a:solidFill>
            <a:ln w="28575" cap="sq">
              <a:solidFill>
                <a:srgbClr val="1C2120"/>
              </a:solidFill>
              <a:prstDash val="solid"/>
              <a:miter/>
            </a:ln>
          </p:spPr>
        </p:sp>
        <p:sp>
          <p:nvSpPr>
            <p:cNvPr name="TextBox 5" id="5"/>
            <p:cNvSpPr txBox="true"/>
            <p:nvPr/>
          </p:nvSpPr>
          <p:spPr>
            <a:xfrm>
              <a:off x="0" y="-38100"/>
              <a:ext cx="1839192" cy="214347"/>
            </a:xfrm>
            <a:prstGeom prst="rect">
              <a:avLst/>
            </a:prstGeom>
          </p:spPr>
          <p:txBody>
            <a:bodyPr anchor="ctr" rtlCol="false" tIns="50800" lIns="50800" bIns="50800" rIns="50800"/>
            <a:lstStyle/>
            <a:p>
              <a:pPr algn="ctr">
                <a:lnSpc>
                  <a:spcPts val="2659"/>
                </a:lnSpc>
              </a:pPr>
            </a:p>
          </p:txBody>
        </p:sp>
      </p:grpSp>
      <p:sp>
        <p:nvSpPr>
          <p:cNvPr name="TextBox 6" id="6"/>
          <p:cNvSpPr txBox="true"/>
          <p:nvPr/>
        </p:nvSpPr>
        <p:spPr>
          <a:xfrm rot="0">
            <a:off x="5916295" y="6596449"/>
            <a:ext cx="6617965" cy="482280"/>
          </a:xfrm>
          <a:prstGeom prst="rect">
            <a:avLst/>
          </a:prstGeom>
        </p:spPr>
        <p:txBody>
          <a:bodyPr anchor="t" rtlCol="false" tIns="0" lIns="0" bIns="0" rIns="0">
            <a:spAutoFit/>
          </a:bodyPr>
          <a:lstStyle/>
          <a:p>
            <a:pPr algn="ctr">
              <a:lnSpc>
                <a:spcPts val="3445"/>
              </a:lnSpc>
            </a:pPr>
            <a:r>
              <a:rPr lang="en-US" sz="3445" spc="-68">
                <a:solidFill>
                  <a:srgbClr val="1C2120"/>
                </a:solidFill>
                <a:latin typeface="Poppins"/>
                <a:ea typeface="Poppins"/>
                <a:cs typeface="Poppins"/>
                <a:sym typeface="Poppins"/>
              </a:rPr>
              <a:t>PRESENTED BY HELENE PAQUET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DAG54RTHZI8</dc:identifier>
  <dcterms:modified xsi:type="dcterms:W3CDTF">2011-08-01T06:04:30Z</dcterms:modified>
  <cp:revision>1</cp:revision>
  <dc:title>Blue Minimalist Project Presentation</dc:title>
</cp:coreProperties>
</file>