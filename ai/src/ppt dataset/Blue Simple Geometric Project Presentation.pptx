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Futura Bold" charset="1" panose="020B0702020204020203"/>
      <p:regular r:id="rId18"/>
    </p:embeddedFont>
    <p:embeddedFont>
      <p:font typeface="Varela Round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jpeg"/><Relationship Id="rId11" Type="http://schemas.openxmlformats.org/officeDocument/2006/relationships/image" Target="../media/image10.jpeg"/><Relationship Id="rId12" Type="http://schemas.openxmlformats.org/officeDocument/2006/relationships/image" Target="../media/image1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1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13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3327384" y="3323071"/>
            <a:ext cx="11633233" cy="318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5646158" y="6584199"/>
            <a:ext cx="6995684" cy="4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5199594" y="2692713"/>
            <a:ext cx="7888813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11" id="11"/>
          <p:cNvGrpSpPr/>
          <p:nvPr/>
        </p:nvGrpSpPr>
        <p:grpSpPr>
          <a:xfrm rot="0">
            <a:off x="3559417" y="4233222"/>
            <a:ext cx="2805589" cy="280558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24906" t="0" r="-24906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000275" y="7246307"/>
            <a:ext cx="3923871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14" id="14"/>
          <p:cNvGrpSpPr/>
          <p:nvPr/>
        </p:nvGrpSpPr>
        <p:grpSpPr>
          <a:xfrm rot="0">
            <a:off x="7741948" y="4233222"/>
            <a:ext cx="2805589" cy="280558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-25046" t="0" r="-25046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182807" y="7246307"/>
            <a:ext cx="3923871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17" id="17"/>
          <p:cNvGrpSpPr/>
          <p:nvPr/>
        </p:nvGrpSpPr>
        <p:grpSpPr>
          <a:xfrm rot="0">
            <a:off x="11922995" y="4233222"/>
            <a:ext cx="2805589" cy="280558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-25046" t="0" r="-25046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363853" y="7246307"/>
            <a:ext cx="3923871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4663812" y="2495387"/>
            <a:ext cx="8960375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2842022" y="3958119"/>
            <a:ext cx="12603956" cy="390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4663812" y="2128567"/>
            <a:ext cx="8960375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2842022" y="3591299"/>
            <a:ext cx="12603956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2" id="12"/>
          <p:cNvSpPr txBox="true"/>
          <p:nvPr/>
        </p:nvSpPr>
        <p:spPr>
          <a:xfrm rot="0">
            <a:off x="2842022" y="6010863"/>
            <a:ext cx="12603956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4663812" y="1547142"/>
            <a:ext cx="8960375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4385655" y="3219269"/>
            <a:ext cx="10603706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2" id="12"/>
          <p:cNvSpPr txBox="true"/>
          <p:nvPr/>
        </p:nvSpPr>
        <p:spPr>
          <a:xfrm rot="0">
            <a:off x="3298638" y="3333569"/>
            <a:ext cx="920330" cy="86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4385655" y="5186766"/>
            <a:ext cx="10603706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4" id="14"/>
          <p:cNvSpPr txBox="true"/>
          <p:nvPr/>
        </p:nvSpPr>
        <p:spPr>
          <a:xfrm rot="0">
            <a:off x="3298638" y="5301066"/>
            <a:ext cx="920330" cy="86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5" id="15"/>
          <p:cNvSpPr txBox="true"/>
          <p:nvPr/>
        </p:nvSpPr>
        <p:spPr>
          <a:xfrm rot="0">
            <a:off x="4385655" y="7154263"/>
            <a:ext cx="10603706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6" id="16"/>
          <p:cNvSpPr txBox="true"/>
          <p:nvPr/>
        </p:nvSpPr>
        <p:spPr>
          <a:xfrm rot="0">
            <a:off x="3298638" y="7268563"/>
            <a:ext cx="920330" cy="86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4663812" y="1547142"/>
            <a:ext cx="8960375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4385655" y="3219269"/>
            <a:ext cx="10603706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2" id="12"/>
          <p:cNvSpPr txBox="true"/>
          <p:nvPr/>
        </p:nvSpPr>
        <p:spPr>
          <a:xfrm rot="0">
            <a:off x="3298638" y="3333569"/>
            <a:ext cx="920330" cy="86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4385655" y="5186766"/>
            <a:ext cx="10603706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4" id="14"/>
          <p:cNvSpPr txBox="true"/>
          <p:nvPr/>
        </p:nvSpPr>
        <p:spPr>
          <a:xfrm rot="0">
            <a:off x="3298638" y="5301066"/>
            <a:ext cx="920330" cy="86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5" id="15"/>
          <p:cNvSpPr txBox="true"/>
          <p:nvPr/>
        </p:nvSpPr>
        <p:spPr>
          <a:xfrm rot="0">
            <a:off x="4385655" y="7154263"/>
            <a:ext cx="10603706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6" id="16"/>
          <p:cNvSpPr txBox="true"/>
          <p:nvPr/>
        </p:nvSpPr>
        <p:spPr>
          <a:xfrm rot="0">
            <a:off x="3298638" y="7268563"/>
            <a:ext cx="920330" cy="86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4663812" y="2214399"/>
            <a:ext cx="8960375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2455962" y="3677131"/>
            <a:ext cx="6421041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2" id="12"/>
          <p:cNvSpPr txBox="true"/>
          <p:nvPr/>
        </p:nvSpPr>
        <p:spPr>
          <a:xfrm rot="0">
            <a:off x="9410998" y="3677131"/>
            <a:ext cx="6421041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4663812" y="2214399"/>
            <a:ext cx="8960375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11" id="11"/>
          <p:cNvGrpSpPr/>
          <p:nvPr/>
        </p:nvGrpSpPr>
        <p:grpSpPr>
          <a:xfrm rot="0">
            <a:off x="9995482" y="3734281"/>
            <a:ext cx="5270824" cy="4414520"/>
            <a:chOff x="0" y="0"/>
            <a:chExt cx="970463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0462" cy="812800"/>
            </a:xfrm>
            <a:custGeom>
              <a:avLst/>
              <a:gdLst/>
              <a:ahLst/>
              <a:cxnLst/>
              <a:rect r="r" b="b" t="t" l="l"/>
              <a:pathLst>
                <a:path h="812800" w="970462">
                  <a:moveTo>
                    <a:pt x="0" y="0"/>
                  </a:moveTo>
                  <a:lnTo>
                    <a:pt x="970462" y="0"/>
                  </a:lnTo>
                  <a:lnTo>
                    <a:pt x="97046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0"/>
              <a:stretch>
                <a:fillRect l="-5835" t="0" r="-5835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021694" y="3677131"/>
            <a:ext cx="6421041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4663812" y="2214399"/>
            <a:ext cx="8960375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8845266" y="3677131"/>
            <a:ext cx="6421041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12" id="12"/>
          <p:cNvGrpSpPr/>
          <p:nvPr/>
        </p:nvGrpSpPr>
        <p:grpSpPr>
          <a:xfrm rot="0">
            <a:off x="3021694" y="3734281"/>
            <a:ext cx="5270824" cy="4414520"/>
            <a:chOff x="0" y="0"/>
            <a:chExt cx="970463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0462" cy="812800"/>
            </a:xfrm>
            <a:custGeom>
              <a:avLst/>
              <a:gdLst/>
              <a:ahLst/>
              <a:cxnLst/>
              <a:rect r="r" b="b" t="t" l="l"/>
              <a:pathLst>
                <a:path h="812800" w="970462">
                  <a:moveTo>
                    <a:pt x="0" y="0"/>
                  </a:moveTo>
                  <a:lnTo>
                    <a:pt x="970462" y="0"/>
                  </a:lnTo>
                  <a:lnTo>
                    <a:pt x="97046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0"/>
              <a:stretch>
                <a:fillRect l="-12736" t="0" r="-12736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4663812" y="2155456"/>
            <a:ext cx="8960375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2685306" y="3736074"/>
            <a:ext cx="6421041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4663812" y="2495387"/>
            <a:ext cx="8960375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2842022" y="3958119"/>
            <a:ext cx="12603956" cy="390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3327384" y="3607558"/>
            <a:ext cx="11633233" cy="318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DAG54fkDAss</dc:identifier>
  <dcterms:modified xsi:type="dcterms:W3CDTF">2011-08-01T06:04:30Z</dcterms:modified>
  <cp:revision>1</cp:revision>
  <dc:title>Blue Simple Geometric Project Presentation</dc:title>
</cp:coreProperties>
</file>