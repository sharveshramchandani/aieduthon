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Firs Neue Bold" charset="1" panose="02000803030000020004"/>
      <p:regular r:id="rId16"/>
    </p:embeddedFont>
    <p:embeddedFont>
      <p:font typeface="TT Firs Neue" charset="1" panose="0200050303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image" Target="../media/image21.png"/><Relationship Id="rId9" Type="http://schemas.openxmlformats.org/officeDocument/2006/relationships/image" Target="../media/image22.svg"/><Relationship Id="rId10" Type="http://schemas.openxmlformats.org/officeDocument/2006/relationships/image" Target="../media/image23.png"/><Relationship Id="rId11" Type="http://schemas.openxmlformats.org/officeDocument/2006/relationships/image" Target="../media/image2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Relationship Id="rId4" Type="http://schemas.openxmlformats.org/officeDocument/2006/relationships/image" Target="../media/image27.png"/><Relationship Id="rId5" Type="http://schemas.openxmlformats.org/officeDocument/2006/relationships/image" Target="../media/image28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29.png"/><Relationship Id="rId5" Type="http://schemas.openxmlformats.org/officeDocument/2006/relationships/image" Target="../media/image30.svg"/><Relationship Id="rId6" Type="http://schemas.openxmlformats.org/officeDocument/2006/relationships/image" Target="../media/image31.png"/><Relationship Id="rId7" Type="http://schemas.openxmlformats.org/officeDocument/2006/relationships/image" Target="../media/image32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Relationship Id="rId4" Type="http://schemas.openxmlformats.org/officeDocument/2006/relationships/image" Target="../media/image37.png"/><Relationship Id="rId5" Type="http://schemas.openxmlformats.org/officeDocument/2006/relationships/image" Target="../media/image38.svg"/><Relationship Id="rId6" Type="http://schemas.openxmlformats.org/officeDocument/2006/relationships/image" Target="../media/image39.png"/><Relationship Id="rId7" Type="http://schemas.openxmlformats.org/officeDocument/2006/relationships/image" Target="../media/image40.svg"/><Relationship Id="rId8" Type="http://schemas.openxmlformats.org/officeDocument/2006/relationships/image" Target="../media/image41.png"/><Relationship Id="rId9" Type="http://schemas.openxmlformats.org/officeDocument/2006/relationships/image" Target="../media/image42.svg"/><Relationship Id="rId10" Type="http://schemas.openxmlformats.org/officeDocument/2006/relationships/image" Target="../media/image43.png"/><Relationship Id="rId11" Type="http://schemas.openxmlformats.org/officeDocument/2006/relationships/image" Target="../media/image4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Relationship Id="rId4" Type="http://schemas.openxmlformats.org/officeDocument/2006/relationships/image" Target="../media/image47.png"/><Relationship Id="rId5" Type="http://schemas.openxmlformats.org/officeDocument/2006/relationships/image" Target="../media/image48.sv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49.png"/><Relationship Id="rId5" Type="http://schemas.openxmlformats.org/officeDocument/2006/relationships/image" Target="../media/image50.svg"/><Relationship Id="rId6" Type="http://schemas.openxmlformats.org/officeDocument/2006/relationships/image" Target="../media/image51.png"/><Relationship Id="rId7" Type="http://schemas.openxmlformats.org/officeDocument/2006/relationships/image" Target="../media/image52.svg"/><Relationship Id="rId8" Type="http://schemas.openxmlformats.org/officeDocument/2006/relationships/image" Target="../media/image53.png"/><Relationship Id="rId9" Type="http://schemas.openxmlformats.org/officeDocument/2006/relationships/image" Target="../media/image54.svg"/><Relationship Id="rId10" Type="http://schemas.openxmlformats.org/officeDocument/2006/relationships/image" Target="../media/image55.png"/><Relationship Id="rId11" Type="http://schemas.openxmlformats.org/officeDocument/2006/relationships/image" Target="../media/image56.svg"/><Relationship Id="rId12" Type="http://schemas.openxmlformats.org/officeDocument/2006/relationships/image" Target="../media/image57.png"/><Relationship Id="rId13" Type="http://schemas.openxmlformats.org/officeDocument/2006/relationships/image" Target="../media/image58.svg"/><Relationship Id="rId14" Type="http://schemas.openxmlformats.org/officeDocument/2006/relationships/image" Target="../media/image59.png"/><Relationship Id="rId15" Type="http://schemas.openxmlformats.org/officeDocument/2006/relationships/image" Target="../media/image60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715" y="2115128"/>
            <a:ext cx="7498221" cy="7498221"/>
          </a:xfrm>
          <a:custGeom>
            <a:avLst/>
            <a:gdLst/>
            <a:ahLst/>
            <a:cxnLst/>
            <a:rect r="r" b="b" t="t" l="l"/>
            <a:pathLst>
              <a:path h="7498221" w="7498221">
                <a:moveTo>
                  <a:pt x="0" y="0"/>
                </a:moveTo>
                <a:lnTo>
                  <a:pt x="7498220" y="0"/>
                </a:lnTo>
                <a:lnTo>
                  <a:pt x="7498220" y="7498221"/>
                </a:lnTo>
                <a:lnTo>
                  <a:pt x="0" y="749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2027204"/>
            <a:ext cx="6572250" cy="6232592"/>
          </a:xfrm>
          <a:custGeom>
            <a:avLst/>
            <a:gdLst/>
            <a:ahLst/>
            <a:cxnLst/>
            <a:rect r="r" b="b" t="t" l="l"/>
            <a:pathLst>
              <a:path h="6232592" w="6572250">
                <a:moveTo>
                  <a:pt x="0" y="0"/>
                </a:moveTo>
                <a:lnTo>
                  <a:pt x="6572250" y="0"/>
                </a:lnTo>
                <a:lnTo>
                  <a:pt x="6572250" y="6232592"/>
                </a:lnTo>
                <a:lnTo>
                  <a:pt x="0" y="6232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05238" y="7328354"/>
            <a:ext cx="2592336" cy="731379"/>
            <a:chOff x="0" y="0"/>
            <a:chExt cx="682755" cy="192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71AEFF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11142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Learn More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8305238" y="4741404"/>
            <a:ext cx="8954062" cy="112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8305238" y="3595273"/>
            <a:ext cx="6789360" cy="11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8305238" y="6029163"/>
            <a:ext cx="6572165" cy="91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4" id="14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05691" y="2534643"/>
            <a:ext cx="7753609" cy="6118303"/>
          </a:xfrm>
          <a:custGeom>
            <a:avLst/>
            <a:gdLst/>
            <a:ahLst/>
            <a:cxnLst/>
            <a:rect r="r" b="b" t="t" l="l"/>
            <a:pathLst>
              <a:path h="6118303" w="7753609">
                <a:moveTo>
                  <a:pt x="0" y="0"/>
                </a:moveTo>
                <a:lnTo>
                  <a:pt x="7753609" y="0"/>
                </a:lnTo>
                <a:lnTo>
                  <a:pt x="7753609" y="6118303"/>
                </a:lnTo>
                <a:lnTo>
                  <a:pt x="0" y="6118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pSp>
        <p:nvGrpSpPr>
          <p:cNvPr name="Group 6" id="6"/>
          <p:cNvGrpSpPr/>
          <p:nvPr/>
        </p:nvGrpSpPr>
        <p:grpSpPr>
          <a:xfrm rot="0">
            <a:off x="12982597" y="5355807"/>
            <a:ext cx="1388624" cy="2300421"/>
            <a:chOff x="0" y="0"/>
            <a:chExt cx="365728" cy="6058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28" cy="605872"/>
            </a:xfrm>
            <a:custGeom>
              <a:avLst/>
              <a:gdLst/>
              <a:ahLst/>
              <a:cxnLst/>
              <a:rect r="r" b="b" t="t" l="l"/>
              <a:pathLst>
                <a:path h="605872" w="365728">
                  <a:moveTo>
                    <a:pt x="0" y="0"/>
                  </a:moveTo>
                  <a:lnTo>
                    <a:pt x="365728" y="0"/>
                  </a:lnTo>
                  <a:lnTo>
                    <a:pt x="365728" y="605872"/>
                  </a:lnTo>
                  <a:lnTo>
                    <a:pt x="0" y="605872"/>
                  </a:lnTo>
                  <a:close/>
                </a:path>
              </a:pathLst>
            </a:custGeom>
            <a:solidFill>
              <a:srgbClr val="064CD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65728" cy="63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3083740" y="5702464"/>
            <a:ext cx="1186336" cy="1607106"/>
          </a:xfrm>
          <a:custGeom>
            <a:avLst/>
            <a:gdLst/>
            <a:ahLst/>
            <a:cxnLst/>
            <a:rect r="r" b="b" t="t" l="l"/>
            <a:pathLst>
              <a:path h="1607106" w="1186336">
                <a:moveTo>
                  <a:pt x="0" y="0"/>
                </a:moveTo>
                <a:lnTo>
                  <a:pt x="1186337" y="0"/>
                </a:lnTo>
                <a:lnTo>
                  <a:pt x="1186337" y="1607106"/>
                </a:lnTo>
                <a:lnTo>
                  <a:pt x="0" y="1607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3542516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028700" y="2715618"/>
            <a:ext cx="4898318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1028700" y="4720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1028700" y="6498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4" id="14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790520"/>
            <a:ext cx="3544425" cy="705961"/>
            <a:chOff x="0" y="0"/>
            <a:chExt cx="933511" cy="1859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33511" cy="21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Malware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50468" y="4790520"/>
            <a:ext cx="3544425" cy="705961"/>
            <a:chOff x="0" y="0"/>
            <a:chExt cx="933511" cy="1859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33511" cy="21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Phising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54739" y="7259869"/>
            <a:ext cx="3544425" cy="705961"/>
            <a:chOff x="0" y="0"/>
            <a:chExt cx="933511" cy="1859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33511" cy="21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Man-in-the-Middle Attacks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3305" y="7259869"/>
            <a:ext cx="3544425" cy="705961"/>
            <a:chOff x="0" y="0"/>
            <a:chExt cx="933511" cy="1859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33511" cy="21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DDoS Attacks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25072" y="7259869"/>
            <a:ext cx="3544425" cy="705961"/>
            <a:chOff x="0" y="0"/>
            <a:chExt cx="933511" cy="1859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3511" cy="185932"/>
            </a:xfrm>
            <a:custGeom>
              <a:avLst/>
              <a:gdLst/>
              <a:ahLst/>
              <a:cxnLst/>
              <a:rect r="r" b="b" t="t" l="l"/>
              <a:pathLst>
                <a:path h="185932" w="933511">
                  <a:moveTo>
                    <a:pt x="43685" y="0"/>
                  </a:moveTo>
                  <a:lnTo>
                    <a:pt x="889826" y="0"/>
                  </a:lnTo>
                  <a:cubicBezTo>
                    <a:pt x="901412" y="0"/>
                    <a:pt x="912524" y="4603"/>
                    <a:pt x="920716" y="12795"/>
                  </a:cubicBezTo>
                  <a:cubicBezTo>
                    <a:pt x="928909" y="20988"/>
                    <a:pt x="933511" y="32099"/>
                    <a:pt x="933511" y="43685"/>
                  </a:cubicBezTo>
                  <a:lnTo>
                    <a:pt x="933511" y="142247"/>
                  </a:lnTo>
                  <a:cubicBezTo>
                    <a:pt x="933511" y="166374"/>
                    <a:pt x="913953" y="185932"/>
                    <a:pt x="889826" y="185932"/>
                  </a:cubicBezTo>
                  <a:lnTo>
                    <a:pt x="43685" y="185932"/>
                  </a:lnTo>
                  <a:cubicBezTo>
                    <a:pt x="19558" y="185932"/>
                    <a:pt x="0" y="166374"/>
                    <a:pt x="0" y="142247"/>
                  </a:cubicBezTo>
                  <a:lnTo>
                    <a:pt x="0" y="43685"/>
                  </a:lnTo>
                  <a:cubicBezTo>
                    <a:pt x="0" y="32099"/>
                    <a:pt x="4603" y="20988"/>
                    <a:pt x="12795" y="12795"/>
                  </a:cubicBezTo>
                  <a:cubicBezTo>
                    <a:pt x="20988" y="4603"/>
                    <a:pt x="32099" y="0"/>
                    <a:pt x="43685" y="0"/>
                  </a:cubicBezTo>
                  <a:close/>
                </a:path>
              </a:pathLst>
            </a:custGeom>
            <a:solidFill>
              <a:srgbClr val="F1F2F6"/>
            </a:solidFill>
            <a:ln w="19050" cap="sq">
              <a:solidFill>
                <a:srgbClr val="01114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33511" cy="2145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Zero-day Exploits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698759" y="1798523"/>
            <a:ext cx="5560541" cy="4114800"/>
          </a:xfrm>
          <a:custGeom>
            <a:avLst/>
            <a:gdLst/>
            <a:ahLst/>
            <a:cxnLst/>
            <a:rect r="r" b="b" t="t" l="l"/>
            <a:pathLst>
              <a:path h="4114800" w="5560541">
                <a:moveTo>
                  <a:pt x="0" y="0"/>
                </a:moveTo>
                <a:lnTo>
                  <a:pt x="5560541" y="0"/>
                </a:lnTo>
                <a:lnTo>
                  <a:pt x="5560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false" flipV="false" rot="0">
            <a:off x="8816521" y="2757505"/>
            <a:ext cx="4068420" cy="1531205"/>
          </a:xfrm>
          <a:custGeom>
            <a:avLst/>
            <a:gdLst/>
            <a:ahLst/>
            <a:cxnLst/>
            <a:rect r="r" b="b" t="t" l="l"/>
            <a:pathLst>
              <a:path h="1531205" w="4068420">
                <a:moveTo>
                  <a:pt x="0" y="0"/>
                </a:moveTo>
                <a:lnTo>
                  <a:pt x="4068420" y="0"/>
                </a:lnTo>
                <a:lnTo>
                  <a:pt x="4068420" y="1531205"/>
                </a:lnTo>
                <a:lnTo>
                  <a:pt x="0" y="15312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22" id="22"/>
          <p:cNvSpPr txBox="true"/>
          <p:nvPr/>
        </p:nvSpPr>
        <p:spPr>
          <a:xfrm rot="0">
            <a:off x="1028700" y="3542516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3" id="23"/>
          <p:cNvSpPr txBox="true"/>
          <p:nvPr/>
        </p:nvSpPr>
        <p:spPr>
          <a:xfrm rot="0">
            <a:off x="1028700" y="2715618"/>
            <a:ext cx="4898318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1028700" y="5640236"/>
            <a:ext cx="4325659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5" id="25"/>
          <p:cNvSpPr txBox="true"/>
          <p:nvPr/>
        </p:nvSpPr>
        <p:spPr>
          <a:xfrm rot="0">
            <a:off x="6550468" y="5640236"/>
            <a:ext cx="4325659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6" id="26"/>
          <p:cNvSpPr txBox="true"/>
          <p:nvPr/>
        </p:nvSpPr>
        <p:spPr>
          <a:xfrm rot="0">
            <a:off x="12050881" y="8109585"/>
            <a:ext cx="4325659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7" id="27"/>
          <p:cNvSpPr txBox="true"/>
          <p:nvPr/>
        </p:nvSpPr>
        <p:spPr>
          <a:xfrm rot="0">
            <a:off x="1003305" y="8109585"/>
            <a:ext cx="4325659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8" id="28"/>
          <p:cNvSpPr txBox="true"/>
          <p:nvPr/>
        </p:nvSpPr>
        <p:spPr>
          <a:xfrm rot="0">
            <a:off x="6525072" y="8109585"/>
            <a:ext cx="4325659" cy="114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29" id="29"/>
          <p:cNvSpPr/>
          <p:nvPr/>
        </p:nvSpPr>
        <p:spPr>
          <a:xfrm flipH="true" flipV="false" rot="0">
            <a:off x="12884941" y="4966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355807"/>
            <a:ext cx="2103283" cy="1564421"/>
            <a:chOff x="0" y="0"/>
            <a:chExt cx="553951" cy="4120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3951" cy="412029"/>
            </a:xfrm>
            <a:custGeom>
              <a:avLst/>
              <a:gdLst/>
              <a:ahLst/>
              <a:cxnLst/>
              <a:rect r="r" b="b" t="t" l="l"/>
              <a:pathLst>
                <a:path h="412029" w="553951">
                  <a:moveTo>
                    <a:pt x="88341" y="0"/>
                  </a:moveTo>
                  <a:lnTo>
                    <a:pt x="465610" y="0"/>
                  </a:lnTo>
                  <a:cubicBezTo>
                    <a:pt x="514400" y="0"/>
                    <a:pt x="553951" y="39552"/>
                    <a:pt x="553951" y="88341"/>
                  </a:cubicBezTo>
                  <a:lnTo>
                    <a:pt x="553951" y="323688"/>
                  </a:lnTo>
                  <a:cubicBezTo>
                    <a:pt x="553951" y="372477"/>
                    <a:pt x="514400" y="412029"/>
                    <a:pt x="465610" y="412029"/>
                  </a:cubicBezTo>
                  <a:lnTo>
                    <a:pt x="88341" y="412029"/>
                  </a:lnTo>
                  <a:cubicBezTo>
                    <a:pt x="39552" y="412029"/>
                    <a:pt x="0" y="372477"/>
                    <a:pt x="0" y="323688"/>
                  </a:cubicBezTo>
                  <a:lnTo>
                    <a:pt x="0" y="88341"/>
                  </a:lnTo>
                  <a:cubicBezTo>
                    <a:pt x="0" y="39552"/>
                    <a:pt x="39552" y="0"/>
                    <a:pt x="88341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553951" cy="440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64866" y="5622542"/>
            <a:ext cx="1030950" cy="1030950"/>
          </a:xfrm>
          <a:custGeom>
            <a:avLst/>
            <a:gdLst/>
            <a:ahLst/>
            <a:cxnLst/>
            <a:rect r="r" b="b" t="t" l="l"/>
            <a:pathLst>
              <a:path h="1030950" w="1030950">
                <a:moveTo>
                  <a:pt x="0" y="0"/>
                </a:moveTo>
                <a:lnTo>
                  <a:pt x="1030951" y="0"/>
                </a:lnTo>
                <a:lnTo>
                  <a:pt x="1030951" y="1030950"/>
                </a:lnTo>
                <a:lnTo>
                  <a:pt x="0" y="10309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028700" y="7282178"/>
            <a:ext cx="2103283" cy="1564421"/>
            <a:chOff x="0" y="0"/>
            <a:chExt cx="553951" cy="4120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3951" cy="412029"/>
            </a:xfrm>
            <a:custGeom>
              <a:avLst/>
              <a:gdLst/>
              <a:ahLst/>
              <a:cxnLst/>
              <a:rect r="r" b="b" t="t" l="l"/>
              <a:pathLst>
                <a:path h="412029" w="553951">
                  <a:moveTo>
                    <a:pt x="88341" y="0"/>
                  </a:moveTo>
                  <a:lnTo>
                    <a:pt x="465610" y="0"/>
                  </a:lnTo>
                  <a:cubicBezTo>
                    <a:pt x="514400" y="0"/>
                    <a:pt x="553951" y="39552"/>
                    <a:pt x="553951" y="88341"/>
                  </a:cubicBezTo>
                  <a:lnTo>
                    <a:pt x="553951" y="323688"/>
                  </a:lnTo>
                  <a:cubicBezTo>
                    <a:pt x="553951" y="372477"/>
                    <a:pt x="514400" y="412029"/>
                    <a:pt x="465610" y="412029"/>
                  </a:cubicBezTo>
                  <a:lnTo>
                    <a:pt x="88341" y="412029"/>
                  </a:lnTo>
                  <a:cubicBezTo>
                    <a:pt x="39552" y="412029"/>
                    <a:pt x="0" y="372477"/>
                    <a:pt x="0" y="323688"/>
                  </a:cubicBezTo>
                  <a:lnTo>
                    <a:pt x="0" y="88341"/>
                  </a:lnTo>
                  <a:cubicBezTo>
                    <a:pt x="0" y="39552"/>
                    <a:pt x="39552" y="0"/>
                    <a:pt x="88341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53951" cy="440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450590" y="7584632"/>
            <a:ext cx="1259502" cy="959512"/>
          </a:xfrm>
          <a:custGeom>
            <a:avLst/>
            <a:gdLst/>
            <a:ahLst/>
            <a:cxnLst/>
            <a:rect r="r" b="b" t="t" l="l"/>
            <a:pathLst>
              <a:path h="959512" w="1259502">
                <a:moveTo>
                  <a:pt x="0" y="0"/>
                </a:moveTo>
                <a:lnTo>
                  <a:pt x="1259503" y="0"/>
                </a:lnTo>
                <a:lnTo>
                  <a:pt x="1259503" y="959512"/>
                </a:lnTo>
                <a:lnTo>
                  <a:pt x="0" y="9595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10120057" y="3167378"/>
            <a:ext cx="7139243" cy="4114800"/>
          </a:xfrm>
          <a:custGeom>
            <a:avLst/>
            <a:gdLst/>
            <a:ahLst/>
            <a:cxnLst/>
            <a:rect r="r" b="b" t="t" l="l"/>
            <a:pathLst>
              <a:path h="4114800" w="7139243">
                <a:moveTo>
                  <a:pt x="0" y="0"/>
                </a:moveTo>
                <a:lnTo>
                  <a:pt x="7139243" y="0"/>
                </a:lnTo>
                <a:lnTo>
                  <a:pt x="71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5568785"/>
            <a:ext cx="3028032" cy="3426785"/>
          </a:xfrm>
          <a:custGeom>
            <a:avLst/>
            <a:gdLst/>
            <a:ahLst/>
            <a:cxnLst/>
            <a:rect r="r" b="b" t="t" l="l"/>
            <a:pathLst>
              <a:path h="3426785" w="3028032">
                <a:moveTo>
                  <a:pt x="0" y="0"/>
                </a:moveTo>
                <a:lnTo>
                  <a:pt x="3028032" y="0"/>
                </a:lnTo>
                <a:lnTo>
                  <a:pt x="3028032" y="3426785"/>
                </a:lnTo>
                <a:lnTo>
                  <a:pt x="0" y="3426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0">
            <a:off x="12553032" y="6653492"/>
            <a:ext cx="1589165" cy="1577608"/>
          </a:xfrm>
          <a:custGeom>
            <a:avLst/>
            <a:gdLst/>
            <a:ahLst/>
            <a:cxnLst/>
            <a:rect r="r" b="b" t="t" l="l"/>
            <a:pathLst>
              <a:path h="1577608" w="1589165">
                <a:moveTo>
                  <a:pt x="0" y="0"/>
                </a:moveTo>
                <a:lnTo>
                  <a:pt x="1589165" y="0"/>
                </a:lnTo>
                <a:lnTo>
                  <a:pt x="1589165" y="1577608"/>
                </a:lnTo>
                <a:lnTo>
                  <a:pt x="0" y="15776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16" id="16"/>
          <p:cNvSpPr txBox="true"/>
          <p:nvPr/>
        </p:nvSpPr>
        <p:spPr>
          <a:xfrm rot="0">
            <a:off x="1028700" y="3542516"/>
            <a:ext cx="7088850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028700" y="2715618"/>
            <a:ext cx="6531742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8" id="18"/>
          <p:cNvSpPr txBox="true"/>
          <p:nvPr/>
        </p:nvSpPr>
        <p:spPr>
          <a:xfrm rot="0">
            <a:off x="3510213" y="5410942"/>
            <a:ext cx="515048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9" id="19"/>
          <p:cNvSpPr txBox="true"/>
          <p:nvPr/>
        </p:nvSpPr>
        <p:spPr>
          <a:xfrm rot="0">
            <a:off x="3510213" y="7337313"/>
            <a:ext cx="515048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20" id="20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1" id="21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538542" y="1394390"/>
            <a:ext cx="3953607" cy="7498221"/>
          </a:xfrm>
          <a:custGeom>
            <a:avLst/>
            <a:gdLst/>
            <a:ahLst/>
            <a:cxnLst/>
            <a:rect r="r" b="b" t="t" l="l"/>
            <a:pathLst>
              <a:path h="7498221" w="3953607">
                <a:moveTo>
                  <a:pt x="0" y="0"/>
                </a:moveTo>
                <a:lnTo>
                  <a:pt x="3953607" y="0"/>
                </a:lnTo>
                <a:lnTo>
                  <a:pt x="3953607" y="7498220"/>
                </a:lnTo>
                <a:lnTo>
                  <a:pt x="0" y="74982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3132475" y="2128474"/>
            <a:ext cx="4753038" cy="812337"/>
          </a:xfrm>
          <a:custGeom>
            <a:avLst/>
            <a:gdLst/>
            <a:ahLst/>
            <a:cxnLst/>
            <a:rect r="r" b="b" t="t" l="l"/>
            <a:pathLst>
              <a:path h="812337" w="4753038">
                <a:moveTo>
                  <a:pt x="0" y="0"/>
                </a:moveTo>
                <a:lnTo>
                  <a:pt x="4753038" y="0"/>
                </a:lnTo>
                <a:lnTo>
                  <a:pt x="4753038" y="812338"/>
                </a:lnTo>
                <a:lnTo>
                  <a:pt x="0" y="81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7" id="7"/>
          <p:cNvSpPr txBox="true"/>
          <p:nvPr/>
        </p:nvSpPr>
        <p:spPr>
          <a:xfrm rot="0">
            <a:off x="1028700" y="3542516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1028700" y="2715618"/>
            <a:ext cx="7088850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4720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6498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1" id="11"/>
          <p:cNvSpPr/>
          <p:nvPr/>
        </p:nvSpPr>
        <p:spPr>
          <a:xfrm flipH="true" flipV="false" rot="0">
            <a:off x="14492149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10140376" y="2374272"/>
            <a:ext cx="5069148" cy="6884028"/>
          </a:xfrm>
          <a:custGeom>
            <a:avLst/>
            <a:gdLst/>
            <a:ahLst/>
            <a:cxnLst/>
            <a:rect r="r" b="b" t="t" l="l"/>
            <a:pathLst>
              <a:path h="6884028" w="5069148">
                <a:moveTo>
                  <a:pt x="0" y="0"/>
                </a:moveTo>
                <a:lnTo>
                  <a:pt x="5069148" y="0"/>
                </a:lnTo>
                <a:lnTo>
                  <a:pt x="5069148" y="6884028"/>
                </a:lnTo>
                <a:lnTo>
                  <a:pt x="0" y="688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1258078" y="3855923"/>
            <a:ext cx="2833743" cy="3154977"/>
          </a:xfrm>
          <a:custGeom>
            <a:avLst/>
            <a:gdLst/>
            <a:ahLst/>
            <a:cxnLst/>
            <a:rect r="r" b="b" t="t" l="l"/>
            <a:pathLst>
              <a:path h="3154977" w="2833743">
                <a:moveTo>
                  <a:pt x="0" y="0"/>
                </a:moveTo>
                <a:lnTo>
                  <a:pt x="2833743" y="0"/>
                </a:lnTo>
                <a:lnTo>
                  <a:pt x="2833743" y="3154977"/>
                </a:lnTo>
                <a:lnTo>
                  <a:pt x="0" y="31549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028700" y="3542516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1028700" y="2715618"/>
            <a:ext cx="6573172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4720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028700" y="6498807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2" id="12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794747"/>
            <a:ext cx="7695392" cy="7233669"/>
          </a:xfrm>
          <a:custGeom>
            <a:avLst/>
            <a:gdLst/>
            <a:ahLst/>
            <a:cxnLst/>
            <a:rect r="r" b="b" t="t" l="l"/>
            <a:pathLst>
              <a:path h="7233669" w="7695392">
                <a:moveTo>
                  <a:pt x="0" y="0"/>
                </a:moveTo>
                <a:lnTo>
                  <a:pt x="7695392" y="0"/>
                </a:lnTo>
                <a:lnTo>
                  <a:pt x="7695392" y="7233669"/>
                </a:lnTo>
                <a:lnTo>
                  <a:pt x="0" y="723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6" id="6"/>
          <p:cNvSpPr txBox="true"/>
          <p:nvPr/>
        </p:nvSpPr>
        <p:spPr>
          <a:xfrm rot="0">
            <a:off x="9675064" y="3979435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7" id="7"/>
          <p:cNvSpPr txBox="true"/>
          <p:nvPr/>
        </p:nvSpPr>
        <p:spPr>
          <a:xfrm rot="0">
            <a:off x="9675064" y="3152536"/>
            <a:ext cx="6573172" cy="807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8" id="8"/>
          <p:cNvSpPr txBox="true"/>
          <p:nvPr/>
        </p:nvSpPr>
        <p:spPr>
          <a:xfrm rot="0">
            <a:off x="9675064" y="5157725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9" id="9"/>
          <p:cNvSpPr txBox="true"/>
          <p:nvPr/>
        </p:nvSpPr>
        <p:spPr>
          <a:xfrm rot="0">
            <a:off x="9675064" y="6935725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0" id="10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1" id="11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5451" y="3855923"/>
            <a:ext cx="5643891" cy="4176480"/>
          </a:xfrm>
          <a:custGeom>
            <a:avLst/>
            <a:gdLst/>
            <a:ahLst/>
            <a:cxnLst/>
            <a:rect r="r" b="b" t="t" l="l"/>
            <a:pathLst>
              <a:path h="4176480" w="5643891">
                <a:moveTo>
                  <a:pt x="0" y="0"/>
                </a:moveTo>
                <a:lnTo>
                  <a:pt x="5643892" y="0"/>
                </a:lnTo>
                <a:lnTo>
                  <a:pt x="5643892" y="4176480"/>
                </a:lnTo>
                <a:lnTo>
                  <a:pt x="0" y="417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false" flipV="false" rot="0">
            <a:off x="8918568" y="4762603"/>
            <a:ext cx="2696841" cy="2696841"/>
          </a:xfrm>
          <a:custGeom>
            <a:avLst/>
            <a:gdLst/>
            <a:ahLst/>
            <a:cxnLst/>
            <a:rect r="r" b="b" t="t" l="l"/>
            <a:pathLst>
              <a:path h="2696841" w="2696841">
                <a:moveTo>
                  <a:pt x="0" y="0"/>
                </a:moveTo>
                <a:lnTo>
                  <a:pt x="2696841" y="0"/>
                </a:lnTo>
                <a:lnTo>
                  <a:pt x="2696841" y="2696841"/>
                </a:lnTo>
                <a:lnTo>
                  <a:pt x="0" y="2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4666964" y="2827223"/>
            <a:ext cx="2592336" cy="2592336"/>
          </a:xfrm>
          <a:custGeom>
            <a:avLst/>
            <a:gdLst/>
            <a:ahLst/>
            <a:cxnLst/>
            <a:rect r="r" b="b" t="t" l="l"/>
            <a:pathLst>
              <a:path h="2592336" w="2592336">
                <a:moveTo>
                  <a:pt x="0" y="0"/>
                </a:moveTo>
                <a:lnTo>
                  <a:pt x="2592336" y="0"/>
                </a:lnTo>
                <a:lnTo>
                  <a:pt x="2592336" y="2592336"/>
                </a:lnTo>
                <a:lnTo>
                  <a:pt x="0" y="2592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4770177" y="6812313"/>
            <a:ext cx="2059803" cy="2044823"/>
          </a:xfrm>
          <a:custGeom>
            <a:avLst/>
            <a:gdLst/>
            <a:ahLst/>
            <a:cxnLst/>
            <a:rect r="r" b="b" t="t" l="l"/>
            <a:pathLst>
              <a:path h="2044823" w="2059803">
                <a:moveTo>
                  <a:pt x="0" y="0"/>
                </a:moveTo>
                <a:lnTo>
                  <a:pt x="2059804" y="0"/>
                </a:lnTo>
                <a:lnTo>
                  <a:pt x="2059804" y="2044823"/>
                </a:lnTo>
                <a:lnTo>
                  <a:pt x="0" y="20448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1110143" y="2032849"/>
            <a:ext cx="2427254" cy="1588748"/>
          </a:xfrm>
          <a:custGeom>
            <a:avLst/>
            <a:gdLst/>
            <a:ahLst/>
            <a:cxnLst/>
            <a:rect r="r" b="b" t="t" l="l"/>
            <a:pathLst>
              <a:path h="1588748" w="2427254">
                <a:moveTo>
                  <a:pt x="0" y="0"/>
                </a:moveTo>
                <a:lnTo>
                  <a:pt x="2427254" y="0"/>
                </a:lnTo>
                <a:lnTo>
                  <a:pt x="2427254" y="1588748"/>
                </a:lnTo>
                <a:lnTo>
                  <a:pt x="0" y="1588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10" id="10"/>
          <p:cNvSpPr txBox="true"/>
          <p:nvPr/>
        </p:nvSpPr>
        <p:spPr>
          <a:xfrm rot="0">
            <a:off x="1028700" y="2715618"/>
            <a:ext cx="7088850" cy="1556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1" id="11"/>
          <p:cNvSpPr txBox="true"/>
          <p:nvPr/>
        </p:nvSpPr>
        <p:spPr>
          <a:xfrm rot="0">
            <a:off x="1829717" y="3542516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2" id="12"/>
          <p:cNvSpPr txBox="true"/>
          <p:nvPr/>
        </p:nvSpPr>
        <p:spPr>
          <a:xfrm rot="0">
            <a:off x="1028700" y="4720807"/>
            <a:ext cx="708885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3" id="13"/>
          <p:cNvSpPr txBox="true"/>
          <p:nvPr/>
        </p:nvSpPr>
        <p:spPr>
          <a:xfrm rot="0">
            <a:off x="1028700" y="6630970"/>
            <a:ext cx="708885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4" id="14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361782"/>
            <a:ext cx="10998225" cy="6085958"/>
            <a:chOff x="0" y="0"/>
            <a:chExt cx="2896652" cy="1602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96652" cy="1602886"/>
            </a:xfrm>
            <a:custGeom>
              <a:avLst/>
              <a:gdLst/>
              <a:ahLst/>
              <a:cxnLst/>
              <a:rect r="r" b="b" t="t" l="l"/>
              <a:pathLst>
                <a:path h="1602886" w="2896652">
                  <a:moveTo>
                    <a:pt x="35900" y="0"/>
                  </a:moveTo>
                  <a:lnTo>
                    <a:pt x="2860752" y="0"/>
                  </a:lnTo>
                  <a:cubicBezTo>
                    <a:pt x="2870273" y="0"/>
                    <a:pt x="2879404" y="3782"/>
                    <a:pt x="2886137" y="10515"/>
                  </a:cubicBezTo>
                  <a:cubicBezTo>
                    <a:pt x="2892870" y="17247"/>
                    <a:pt x="2896652" y="26379"/>
                    <a:pt x="2896652" y="35900"/>
                  </a:cubicBezTo>
                  <a:lnTo>
                    <a:pt x="2896652" y="1566986"/>
                  </a:lnTo>
                  <a:cubicBezTo>
                    <a:pt x="2896652" y="1576507"/>
                    <a:pt x="2892870" y="1585638"/>
                    <a:pt x="2886137" y="1592371"/>
                  </a:cubicBezTo>
                  <a:cubicBezTo>
                    <a:pt x="2879404" y="1599104"/>
                    <a:pt x="2870273" y="1602886"/>
                    <a:pt x="2860752" y="1602886"/>
                  </a:cubicBezTo>
                  <a:lnTo>
                    <a:pt x="35900" y="1602886"/>
                  </a:lnTo>
                  <a:cubicBezTo>
                    <a:pt x="16073" y="1602886"/>
                    <a:pt x="0" y="1586813"/>
                    <a:pt x="0" y="1566986"/>
                  </a:cubicBezTo>
                  <a:lnTo>
                    <a:pt x="0" y="35900"/>
                  </a:lnTo>
                  <a:cubicBezTo>
                    <a:pt x="0" y="16073"/>
                    <a:pt x="16073" y="0"/>
                    <a:pt x="35900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896652" cy="163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400595" y="1930376"/>
            <a:ext cx="5502605" cy="7327924"/>
          </a:xfrm>
          <a:custGeom>
            <a:avLst/>
            <a:gdLst/>
            <a:ahLst/>
            <a:cxnLst/>
            <a:rect r="r" b="b" t="t" l="l"/>
            <a:pathLst>
              <a:path h="7327924" w="5502605">
                <a:moveTo>
                  <a:pt x="0" y="0"/>
                </a:moveTo>
                <a:lnTo>
                  <a:pt x="5502605" y="0"/>
                </a:lnTo>
                <a:lnTo>
                  <a:pt x="5502605" y="7327924"/>
                </a:lnTo>
                <a:lnTo>
                  <a:pt x="0" y="732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3764948" y="3392449"/>
            <a:ext cx="1903989" cy="3117623"/>
            <a:chOff x="0" y="0"/>
            <a:chExt cx="501462" cy="8211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1462" cy="821102"/>
            </a:xfrm>
            <a:custGeom>
              <a:avLst/>
              <a:gdLst/>
              <a:ahLst/>
              <a:cxnLst/>
              <a:rect r="r" b="b" t="t" l="l"/>
              <a:pathLst>
                <a:path h="821102" w="501462">
                  <a:moveTo>
                    <a:pt x="0" y="0"/>
                  </a:moveTo>
                  <a:lnTo>
                    <a:pt x="501462" y="0"/>
                  </a:lnTo>
                  <a:lnTo>
                    <a:pt x="501462" y="821102"/>
                  </a:lnTo>
                  <a:lnTo>
                    <a:pt x="0" y="821102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501462" cy="849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3605590" y="3624049"/>
            <a:ext cx="1937726" cy="1937726"/>
          </a:xfrm>
          <a:custGeom>
            <a:avLst/>
            <a:gdLst/>
            <a:ahLst/>
            <a:cxnLst/>
            <a:rect r="r" b="b" t="t" l="l"/>
            <a:pathLst>
              <a:path h="1937726" w="1937726">
                <a:moveTo>
                  <a:pt x="0" y="0"/>
                </a:moveTo>
                <a:lnTo>
                  <a:pt x="1937727" y="0"/>
                </a:lnTo>
                <a:lnTo>
                  <a:pt x="1937727" y="1937726"/>
                </a:lnTo>
                <a:lnTo>
                  <a:pt x="0" y="1937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13" id="13"/>
          <p:cNvSpPr txBox="true"/>
          <p:nvPr/>
        </p:nvSpPr>
        <p:spPr>
          <a:xfrm rot="0">
            <a:off x="2735694" y="3313840"/>
            <a:ext cx="7088850" cy="80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2735694" y="4492131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2735694" y="6270131"/>
            <a:ext cx="758423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6" id="16"/>
          <p:cNvSpPr/>
          <p:nvPr/>
        </p:nvSpPr>
        <p:spPr>
          <a:xfrm flipH="true" flipV="false" rot="0">
            <a:off x="-3318366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7" id="17"/>
          <p:cNvSpPr/>
          <p:nvPr/>
        </p:nvSpPr>
        <p:spPr>
          <a:xfrm flipH="true" flipV="false" rot="0">
            <a:off x="13764948" y="69605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Thynk Unlimited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6" id="6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4590644"/>
            <a:ext cx="462147" cy="462147"/>
          </a:xfrm>
          <a:custGeom>
            <a:avLst/>
            <a:gdLst/>
            <a:ahLst/>
            <a:cxnLst/>
            <a:rect r="r" b="b" t="t" l="l"/>
            <a:pathLst>
              <a:path h="462147" w="462147">
                <a:moveTo>
                  <a:pt x="0" y="0"/>
                </a:moveTo>
                <a:lnTo>
                  <a:pt x="462147" y="0"/>
                </a:lnTo>
                <a:lnTo>
                  <a:pt x="462147" y="462147"/>
                </a:lnTo>
                <a:lnTo>
                  <a:pt x="0" y="462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5363170"/>
            <a:ext cx="462147" cy="462147"/>
          </a:xfrm>
          <a:custGeom>
            <a:avLst/>
            <a:gdLst/>
            <a:ahLst/>
            <a:cxnLst/>
            <a:rect r="r" b="b" t="t" l="l"/>
            <a:pathLst>
              <a:path h="462147" w="462147">
                <a:moveTo>
                  <a:pt x="0" y="0"/>
                </a:moveTo>
                <a:lnTo>
                  <a:pt x="462147" y="0"/>
                </a:lnTo>
                <a:lnTo>
                  <a:pt x="462147" y="462147"/>
                </a:lnTo>
                <a:lnTo>
                  <a:pt x="0" y="4621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0">
            <a:off x="1028700" y="6135696"/>
            <a:ext cx="462147" cy="462147"/>
          </a:xfrm>
          <a:custGeom>
            <a:avLst/>
            <a:gdLst/>
            <a:ahLst/>
            <a:cxnLst/>
            <a:rect r="r" b="b" t="t" l="l"/>
            <a:pathLst>
              <a:path h="462147" w="462147">
                <a:moveTo>
                  <a:pt x="0" y="0"/>
                </a:moveTo>
                <a:lnTo>
                  <a:pt x="462147" y="0"/>
                </a:lnTo>
                <a:lnTo>
                  <a:pt x="462147" y="462147"/>
                </a:lnTo>
                <a:lnTo>
                  <a:pt x="0" y="4621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6908222"/>
            <a:ext cx="462147" cy="462147"/>
          </a:xfrm>
          <a:custGeom>
            <a:avLst/>
            <a:gdLst/>
            <a:ahLst/>
            <a:cxnLst/>
            <a:rect r="r" b="b" t="t" l="l"/>
            <a:pathLst>
              <a:path h="462147" w="462147">
                <a:moveTo>
                  <a:pt x="0" y="0"/>
                </a:moveTo>
                <a:lnTo>
                  <a:pt x="462147" y="0"/>
                </a:lnTo>
                <a:lnTo>
                  <a:pt x="462147" y="462147"/>
                </a:lnTo>
                <a:lnTo>
                  <a:pt x="0" y="462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11" id="11"/>
          <p:cNvSpPr txBox="true"/>
          <p:nvPr/>
        </p:nvSpPr>
        <p:spPr>
          <a:xfrm rot="0">
            <a:off x="1866784" y="6930125"/>
            <a:ext cx="7013832" cy="44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Freeform 12" id="12"/>
          <p:cNvSpPr/>
          <p:nvPr/>
        </p:nvSpPr>
        <p:spPr>
          <a:xfrm flipH="false" flipV="false" rot="0">
            <a:off x="9895709" y="2278394"/>
            <a:ext cx="7363591" cy="5730213"/>
          </a:xfrm>
          <a:custGeom>
            <a:avLst/>
            <a:gdLst/>
            <a:ahLst/>
            <a:cxnLst/>
            <a:rect r="r" b="b" t="t" l="l"/>
            <a:pathLst>
              <a:path h="5730213" w="7363591">
                <a:moveTo>
                  <a:pt x="0" y="0"/>
                </a:moveTo>
                <a:lnTo>
                  <a:pt x="7363591" y="0"/>
                </a:lnTo>
                <a:lnTo>
                  <a:pt x="7363591" y="5730212"/>
                </a:lnTo>
                <a:lnTo>
                  <a:pt x="0" y="573021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8383586" y="3122107"/>
            <a:ext cx="3792868" cy="4042785"/>
          </a:xfrm>
          <a:custGeom>
            <a:avLst/>
            <a:gdLst/>
            <a:ahLst/>
            <a:cxnLst/>
            <a:rect r="r" b="b" t="t" l="l"/>
            <a:pathLst>
              <a:path h="4042785" w="3792868">
                <a:moveTo>
                  <a:pt x="0" y="0"/>
                </a:moveTo>
                <a:lnTo>
                  <a:pt x="3792868" y="0"/>
                </a:lnTo>
                <a:lnTo>
                  <a:pt x="3792868" y="4042786"/>
                </a:lnTo>
                <a:lnTo>
                  <a:pt x="0" y="40427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14" id="14"/>
          <p:cNvSpPr txBox="true"/>
          <p:nvPr/>
        </p:nvSpPr>
        <p:spPr>
          <a:xfrm rot="0">
            <a:off x="1028700" y="3157829"/>
            <a:ext cx="6572165" cy="112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866784" y="4589178"/>
            <a:ext cx="4595622" cy="44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1866784" y="5361704"/>
            <a:ext cx="5294203" cy="44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7" id="17"/>
          <p:cNvSpPr txBox="true"/>
          <p:nvPr/>
        </p:nvSpPr>
        <p:spPr>
          <a:xfrm rot="0">
            <a:off x="1866784" y="6143051"/>
            <a:ext cx="5942495" cy="446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DAG54qJhymU</dc:identifier>
  <dcterms:modified xsi:type="dcterms:W3CDTF">2011-08-01T06:04:30Z</dcterms:modified>
  <cp:revision>1</cp:revision>
  <dc:title>Blue and White Modern Cyber Security Presentation</dc:title>
</cp:coreProperties>
</file>