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Photosynthesis: What is it and why is it important?, The Basic Equation: Carbon Dioxide + Water + Sunlight -&gt; Glucose + Oxygen, Chloroplasts and Chlorophyll: Where does photosynthesis happen?, Different Types of Photosynthesis: Light-dependent and Light-independent reactions, Factors Affecting Photosynthesis: Light intensity, CO2 concentration, Temperature, Photosynthesis and Ecosystems: How it impacts food chains and oxygen levels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05:41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```json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Notes: Explain the key aspects of ```json; Provide practical examples of ```json; Connect ```json to real-world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Notes: Explain the key aspects of {; Provide practical examples of {; Connect { to real-world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"title": "Introduction to Photosynthesis: What is it and why is it important?",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Notes: Explain the key aspects of "title": "Introduction to Photosynthesis: What is it and why is it important?",; Provide practical examples of "title": "Introduction to Photosynthesis: What is it and why is it important?",; Connect "title": "Introduction to Photosynthesis: What is it and why is it important?", to real-world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"slides": [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Notes: Explain the key aspects of "slides": [; Provide practical examples of "slides": [; Connect "slides": [ to real-world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Notes: Explain the key aspects of {; Provide practical examples of {; Connect { to real-world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"title": "Slide 1: What is Photosynthesis?",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"bullets": ["Photosynthesis is the process plants use to convert light energy into chemical energy (sugar)."],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Notes: The primary goal of photosynthesis is to create food for plants – glucose (sugar) – using sunlight, water, and carbon dioxide.; It’s a remarkably complex process, but at its core, it’s converting light energy into chemical energy.; This energy is stored in the form of sugars, which the plant uses for growth, development, and other life processes.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"key_points": ["It’s how plants make their own food – glucose – from carbon dioxide and water."],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Notes: Plants are incredibly efficient at capturing energy from their environment.; They don’t need sunlight like animals – they create their own food through a process called photosynthesis.; This process transforms carbon dioxide and water into glucose, a type of sugar – essentially their food source.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"examples": ["Think of it like a plant’s kitchen – they’re using sunlight to cook up a meal!"],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Notes: The core concept is that biological systems, like plants, operate using a process similar to cooking – they’re harnessing energy to create food.; This ‘cooking’ process is often referred to as photosynthesis, and it’s fundamental to life on Earth.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"images": [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Notes: Today, we’re diving into the fascinating world of images – how they’re used, what they communicate, and how they impact our understanding of the world.; This isn’t just about pretty pictures; images are powerful tools with a huge range of applications across various fields.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Notes: Explain the key aspects of {; Provide practical examples of {; Connect { to real-world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